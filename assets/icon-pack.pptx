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3" r:id="rId1"/>
  </p:sldMasterIdLst>
  <p:notesMasterIdLst>
    <p:notesMasterId r:id="rId16"/>
  </p:notesMasterIdLst>
  <p:sldIdLst>
    <p:sldId id="299" r:id="rId2"/>
    <p:sldId id="300" r:id="rId3"/>
    <p:sldId id="301" r:id="rId4"/>
    <p:sldId id="302" r:id="rId5"/>
    <p:sldId id="303" r:id="rId6"/>
    <p:sldId id="304" r:id="rId7"/>
    <p:sldId id="305" r:id="rId8"/>
    <p:sldId id="306" r:id="rId9"/>
    <p:sldId id="307" r:id="rId10"/>
    <p:sldId id="308" r:id="rId11"/>
    <p:sldId id="309" r:id="rId12"/>
    <p:sldId id="310" r:id="rId13"/>
    <p:sldId id="311" r:id="rId14"/>
    <p:sldId id="312" r:id="rId15"/>
  </p:sldIdLst>
  <p:sldSz cx="9144000" cy="5143500" type="screen16x9"/>
  <p:notesSz cx="6858000" cy="9144000"/>
  <p:embeddedFontLst>
    <p:embeddedFont>
      <p:font typeface="Amatic SC" pitchFamily="2" charset="-79"/>
      <p:regular r:id="rId17"/>
      <p:bold r:id="rId18"/>
    </p:embeddedFont>
    <p:embeddedFont>
      <p:font typeface="Proxima Nova" panose="02000506030000020004" pitchFamily="2" charset="0"/>
      <p:regular r:id="rId19"/>
      <p:bold r:id="rId20"/>
      <p:italic r:id="rId21"/>
      <p:boldItalic r:id="rId22"/>
    </p:embeddedFont>
    <p:embeddedFont>
      <p:font typeface="Roboto Medium" panose="02000000000000000000" pitchFamily="2" charset="0"/>
      <p:regular r:id="rId23"/>
      <p:bold r:id="rId24"/>
      <p:italic r:id="rId25"/>
      <p:boldItalic r:id="rId2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47C815E7-6678-408B-873E-C4F260DD84D2}">
  <a:tblStyle styleId="{47C815E7-6678-408B-873E-C4F260DD84D2}"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11"/>
    <p:restoredTop sz="94694"/>
  </p:normalViewPr>
  <p:slideViewPr>
    <p:cSldViewPr snapToGrid="0">
      <p:cViewPr varScale="1">
        <p:scale>
          <a:sx n="156" d="100"/>
          <a:sy n="156" d="100"/>
        </p:scale>
        <p:origin x="456" y="16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font" Target="fonts/font2.fntdata"/><Relationship Id="rId26" Type="http://schemas.openxmlformats.org/officeDocument/2006/relationships/font" Target="fonts/font10.fntdata"/><Relationship Id="rId3" Type="http://schemas.openxmlformats.org/officeDocument/2006/relationships/slide" Target="slides/slide2.xml"/><Relationship Id="rId21" Type="http://schemas.openxmlformats.org/officeDocument/2006/relationships/font" Target="fonts/font5.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font" Target="fonts/font1.fntdata"/><Relationship Id="rId25" Type="http://schemas.openxmlformats.org/officeDocument/2006/relationships/font" Target="fonts/font9.fntdata"/><Relationship Id="rId2" Type="http://schemas.openxmlformats.org/officeDocument/2006/relationships/slide" Target="slides/slide1.xml"/><Relationship Id="rId16" Type="http://schemas.openxmlformats.org/officeDocument/2006/relationships/notesMaster" Target="notesMasters/notesMaster1.xml"/><Relationship Id="rId20" Type="http://schemas.openxmlformats.org/officeDocument/2006/relationships/font" Target="fonts/font4.fntdata"/><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8.fnt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7.fntdata"/><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font" Target="fonts/font3.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6.fntdata"/><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2"/>
        <p:cNvGrpSpPr/>
        <p:nvPr/>
      </p:nvGrpSpPr>
      <p:grpSpPr>
        <a:xfrm>
          <a:off x="0" y="0"/>
          <a:ext cx="0" cy="0"/>
          <a:chOff x="0" y="0"/>
          <a:chExt cx="0" cy="0"/>
        </a:xfrm>
      </p:grpSpPr>
      <p:sp>
        <p:nvSpPr>
          <p:cNvPr id="1883" name="Google Shape;1883;g119e0a2873e_0_342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4" name="Google Shape;1884;g119e0a2873e_0_342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9"/>
        <p:cNvGrpSpPr/>
        <p:nvPr/>
      </p:nvGrpSpPr>
      <p:grpSpPr>
        <a:xfrm>
          <a:off x="0" y="0"/>
          <a:ext cx="0" cy="0"/>
          <a:chOff x="0" y="0"/>
          <a:chExt cx="0" cy="0"/>
        </a:xfrm>
      </p:grpSpPr>
      <p:sp>
        <p:nvSpPr>
          <p:cNvPr id="2220" name="Google Shape;2220;g119e0a2873e_0_345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1" name="Google Shape;2221;g119e0a2873e_0_345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3"/>
        <p:cNvGrpSpPr/>
        <p:nvPr/>
      </p:nvGrpSpPr>
      <p:grpSpPr>
        <a:xfrm>
          <a:off x="0" y="0"/>
          <a:ext cx="0" cy="0"/>
          <a:chOff x="0" y="0"/>
          <a:chExt cx="0" cy="0"/>
        </a:xfrm>
      </p:grpSpPr>
      <p:sp>
        <p:nvSpPr>
          <p:cNvPr id="8134" name="Google Shape;8134;g119e0a2873e_0_404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35" name="Google Shape;8135;g119e0a2873e_0_404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60"/>
        <p:cNvGrpSpPr/>
        <p:nvPr/>
      </p:nvGrpSpPr>
      <p:grpSpPr>
        <a:xfrm>
          <a:off x="0" y="0"/>
          <a:ext cx="0" cy="0"/>
          <a:chOff x="0" y="0"/>
          <a:chExt cx="0" cy="0"/>
        </a:xfrm>
      </p:grpSpPr>
      <p:sp>
        <p:nvSpPr>
          <p:cNvPr id="8561" name="Google Shape;8561;g119e0a2873e_0_408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62" name="Google Shape;8562;g119e0a2873e_0_408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23"/>
        <p:cNvGrpSpPr/>
        <p:nvPr/>
      </p:nvGrpSpPr>
      <p:grpSpPr>
        <a:xfrm>
          <a:off x="0" y="0"/>
          <a:ext cx="0" cy="0"/>
          <a:chOff x="0" y="0"/>
          <a:chExt cx="0" cy="0"/>
        </a:xfrm>
      </p:grpSpPr>
      <p:sp>
        <p:nvSpPr>
          <p:cNvPr id="8724" name="Google Shape;8724;g119e0a2873e_0_410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25" name="Google Shape;8725;g119e0a2873e_0_410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25"/>
        <p:cNvGrpSpPr/>
        <p:nvPr/>
      </p:nvGrpSpPr>
      <p:grpSpPr>
        <a:xfrm>
          <a:off x="0" y="0"/>
          <a:ext cx="0" cy="0"/>
          <a:chOff x="0" y="0"/>
          <a:chExt cx="0" cy="0"/>
        </a:xfrm>
      </p:grpSpPr>
      <p:sp>
        <p:nvSpPr>
          <p:cNvPr id="9126" name="Google Shape;9126;g119e0a2873e_0_414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27" name="Google Shape;9127;g119e0a2873e_0_4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96"/>
        <p:cNvGrpSpPr/>
        <p:nvPr/>
      </p:nvGrpSpPr>
      <p:grpSpPr>
        <a:xfrm>
          <a:off x="0" y="0"/>
          <a:ext cx="0" cy="0"/>
          <a:chOff x="0" y="0"/>
          <a:chExt cx="0" cy="0"/>
        </a:xfrm>
      </p:grpSpPr>
      <p:sp>
        <p:nvSpPr>
          <p:cNvPr id="9497" name="Google Shape;9497;g119e0a2873e_0_418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98" name="Google Shape;9498;g119e0a2873e_0_418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98"/>
        <p:cNvGrpSpPr/>
        <p:nvPr/>
      </p:nvGrpSpPr>
      <p:grpSpPr>
        <a:xfrm>
          <a:off x="0" y="0"/>
          <a:ext cx="0" cy="0"/>
          <a:chOff x="0" y="0"/>
          <a:chExt cx="0" cy="0"/>
        </a:xfrm>
      </p:grpSpPr>
      <p:sp>
        <p:nvSpPr>
          <p:cNvPr id="9799" name="Google Shape;9799;g119e0a2873e_0_421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00" name="Google Shape;9800;g119e0a2873e_0_421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90"/>
        <p:cNvGrpSpPr/>
        <p:nvPr/>
      </p:nvGrpSpPr>
      <p:grpSpPr>
        <a:xfrm>
          <a:off x="0" y="0"/>
          <a:ext cx="0" cy="0"/>
          <a:chOff x="0" y="0"/>
          <a:chExt cx="0" cy="0"/>
        </a:xfrm>
      </p:grpSpPr>
      <p:sp>
        <p:nvSpPr>
          <p:cNvPr id="10091" name="Google Shape;10091;g119e0a2873e_0_424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92" name="Google Shape;10092;g119e0a2873e_0_424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49"/>
        <p:cNvGrpSpPr/>
        <p:nvPr/>
      </p:nvGrpSpPr>
      <p:grpSpPr>
        <a:xfrm>
          <a:off x="0" y="0"/>
          <a:ext cx="0" cy="0"/>
          <a:chOff x="0" y="0"/>
          <a:chExt cx="0" cy="0"/>
        </a:xfrm>
      </p:grpSpPr>
      <p:sp>
        <p:nvSpPr>
          <p:cNvPr id="10450" name="Google Shape;10450;g119e0a2873e_0_427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51" name="Google Shape;10451;g119e0a2873e_0_427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66"/>
        <p:cNvGrpSpPr/>
        <p:nvPr/>
      </p:nvGrpSpPr>
      <p:grpSpPr>
        <a:xfrm>
          <a:off x="0" y="0"/>
          <a:ext cx="0" cy="0"/>
          <a:chOff x="0" y="0"/>
          <a:chExt cx="0" cy="0"/>
        </a:xfrm>
      </p:grpSpPr>
      <p:sp>
        <p:nvSpPr>
          <p:cNvPr id="10867" name="Google Shape;10867;g119e0a2873e_0_431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68" name="Google Shape;10868;g119e0a2873e_0_43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06"/>
        <p:cNvGrpSpPr/>
        <p:nvPr/>
      </p:nvGrpSpPr>
      <p:grpSpPr>
        <a:xfrm>
          <a:off x="0" y="0"/>
          <a:ext cx="0" cy="0"/>
          <a:chOff x="0" y="0"/>
          <a:chExt cx="0" cy="0"/>
        </a:xfrm>
      </p:grpSpPr>
      <p:sp>
        <p:nvSpPr>
          <p:cNvPr id="11207" name="Google Shape;11207;g119e0a2873e_0_435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08" name="Google Shape;11208;g119e0a2873e_0_435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94"/>
        <p:cNvGrpSpPr/>
        <p:nvPr/>
      </p:nvGrpSpPr>
      <p:grpSpPr>
        <a:xfrm>
          <a:off x="0" y="0"/>
          <a:ext cx="0" cy="0"/>
          <a:chOff x="0" y="0"/>
          <a:chExt cx="0" cy="0"/>
        </a:xfrm>
      </p:grpSpPr>
      <p:sp>
        <p:nvSpPr>
          <p:cNvPr id="11395" name="Google Shape;11395;g119e0a2873e_0_437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96" name="Google Shape;11396;g119e0a2873e_0_43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40"/>
        <p:cNvGrpSpPr/>
        <p:nvPr/>
      </p:nvGrpSpPr>
      <p:grpSpPr>
        <a:xfrm>
          <a:off x="0" y="0"/>
          <a:ext cx="0" cy="0"/>
          <a:chOff x="0" y="0"/>
          <a:chExt cx="0" cy="0"/>
        </a:xfrm>
      </p:grpSpPr>
      <p:sp>
        <p:nvSpPr>
          <p:cNvPr id="11641" name="Google Shape;11641;g119e0a2873e_0_451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42" name="Google Shape;11642;g119e0a2873e_0_45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762"/>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763"/>
        <p:cNvGrpSpPr/>
        <p:nvPr/>
      </p:nvGrpSpPr>
      <p:grpSpPr>
        <a:xfrm>
          <a:off x="0" y="0"/>
          <a:ext cx="0" cy="0"/>
          <a:chOff x="0" y="0"/>
          <a:chExt cx="0" cy="0"/>
        </a:xfrm>
      </p:grpSpPr>
      <p:sp>
        <p:nvSpPr>
          <p:cNvPr id="764" name="Google Shape;764;p3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759"/>
        <p:cNvGrpSpPr/>
        <p:nvPr/>
      </p:nvGrpSpPr>
      <p:grpSpPr>
        <a:xfrm>
          <a:off x="0" y="0"/>
          <a:ext cx="0" cy="0"/>
          <a:chOff x="0" y="0"/>
          <a:chExt cx="0" cy="0"/>
        </a:xfrm>
      </p:grpSpPr>
      <p:sp>
        <p:nvSpPr>
          <p:cNvPr id="760" name="Google Shape;760;p3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761" name="Google Shape;761;p3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0" r:id="rId1"/>
    <p:sldLayoutId id="2147483681"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4.xml"/><Relationship Id="rId1" Type="http://schemas.openxmlformats.org/officeDocument/2006/relationships/slideLayout" Target="../slideLayouts/slideLayout1.xml"/><Relationship Id="rId4" Type="http://schemas.openxmlformats.org/officeDocument/2006/relationships/image" Target="../media/image1.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85"/>
        <p:cNvGrpSpPr/>
        <p:nvPr/>
      </p:nvGrpSpPr>
      <p:grpSpPr>
        <a:xfrm>
          <a:off x="0" y="0"/>
          <a:ext cx="0" cy="0"/>
          <a:chOff x="0" y="0"/>
          <a:chExt cx="0" cy="0"/>
        </a:xfrm>
      </p:grpSpPr>
      <p:sp>
        <p:nvSpPr>
          <p:cNvPr id="1886" name="Google Shape;1886;p80"/>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1887" name="Google Shape;1887;p80"/>
          <p:cNvGrpSpPr/>
          <p:nvPr/>
        </p:nvGrpSpPr>
        <p:grpSpPr>
          <a:xfrm>
            <a:off x="5156078" y="3085736"/>
            <a:ext cx="474294" cy="551291"/>
            <a:chOff x="4727025" y="1332775"/>
            <a:chExt cx="59900" cy="69625"/>
          </a:xfrm>
        </p:grpSpPr>
        <p:sp>
          <p:nvSpPr>
            <p:cNvPr id="1888" name="Google Shape;1888;p8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80"/>
          <p:cNvGrpSpPr/>
          <p:nvPr/>
        </p:nvGrpSpPr>
        <p:grpSpPr>
          <a:xfrm>
            <a:off x="5769734" y="2314340"/>
            <a:ext cx="555653" cy="557031"/>
            <a:chOff x="4820425" y="1329900"/>
            <a:chExt cx="70175" cy="70350"/>
          </a:xfrm>
        </p:grpSpPr>
        <p:sp>
          <p:nvSpPr>
            <p:cNvPr id="1891" name="Google Shape;1891;p8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5" name="Google Shape;1895;p80"/>
          <p:cNvGrpSpPr/>
          <p:nvPr/>
        </p:nvGrpSpPr>
        <p:grpSpPr>
          <a:xfrm>
            <a:off x="6396103" y="2318845"/>
            <a:ext cx="582574" cy="533871"/>
            <a:chOff x="4903200" y="1331525"/>
            <a:chExt cx="73575" cy="67425"/>
          </a:xfrm>
        </p:grpSpPr>
        <p:sp>
          <p:nvSpPr>
            <p:cNvPr id="1896" name="Google Shape;1896;p8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 name="Google Shape;1898;p80"/>
          <p:cNvGrpSpPr/>
          <p:nvPr/>
        </p:nvGrpSpPr>
        <p:grpSpPr>
          <a:xfrm>
            <a:off x="5755581" y="3078709"/>
            <a:ext cx="583960" cy="565345"/>
            <a:chOff x="4815575" y="1416800"/>
            <a:chExt cx="73750" cy="71400"/>
          </a:xfrm>
        </p:grpSpPr>
        <p:sp>
          <p:nvSpPr>
            <p:cNvPr id="1899" name="Google Shape;1899;p8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 name="Google Shape;1902;p80"/>
          <p:cNvGrpSpPr/>
          <p:nvPr/>
        </p:nvGrpSpPr>
        <p:grpSpPr>
          <a:xfrm>
            <a:off x="6390362" y="3108896"/>
            <a:ext cx="589898" cy="504970"/>
            <a:chOff x="4902475" y="1418875"/>
            <a:chExt cx="74500" cy="63775"/>
          </a:xfrm>
        </p:grpSpPr>
        <p:sp>
          <p:nvSpPr>
            <p:cNvPr id="1903" name="Google Shape;1903;p8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0"/>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 name="Google Shape;1905;p80"/>
          <p:cNvGrpSpPr/>
          <p:nvPr/>
        </p:nvGrpSpPr>
        <p:grpSpPr>
          <a:xfrm>
            <a:off x="5765577" y="3826000"/>
            <a:ext cx="563967" cy="567127"/>
            <a:chOff x="4818100" y="1507675"/>
            <a:chExt cx="71225" cy="71625"/>
          </a:xfrm>
        </p:grpSpPr>
        <p:sp>
          <p:nvSpPr>
            <p:cNvPr id="1906" name="Google Shape;1906;p8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0" name="Google Shape;1910;p80"/>
          <p:cNvGrpSpPr/>
          <p:nvPr/>
        </p:nvGrpSpPr>
        <p:grpSpPr>
          <a:xfrm>
            <a:off x="5079075" y="3829461"/>
            <a:ext cx="628301" cy="588505"/>
            <a:chOff x="4721450" y="1509475"/>
            <a:chExt cx="79350" cy="74325"/>
          </a:xfrm>
        </p:grpSpPr>
        <p:sp>
          <p:nvSpPr>
            <p:cNvPr id="1911" name="Google Shape;1911;p8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 name="Google Shape;1915;p80"/>
          <p:cNvGrpSpPr/>
          <p:nvPr/>
        </p:nvGrpSpPr>
        <p:grpSpPr>
          <a:xfrm>
            <a:off x="6424608" y="3814027"/>
            <a:ext cx="557038" cy="562772"/>
            <a:chOff x="4906800" y="1507500"/>
            <a:chExt cx="70350" cy="71075"/>
          </a:xfrm>
        </p:grpSpPr>
        <p:sp>
          <p:nvSpPr>
            <p:cNvPr id="1916" name="Google Shape;1916;p8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 name="Google Shape;1921;p80"/>
          <p:cNvGrpSpPr/>
          <p:nvPr/>
        </p:nvGrpSpPr>
        <p:grpSpPr>
          <a:xfrm>
            <a:off x="4462216" y="2340963"/>
            <a:ext cx="517934" cy="517934"/>
            <a:chOff x="3736598" y="2170606"/>
            <a:chExt cx="404889" cy="404889"/>
          </a:xfrm>
        </p:grpSpPr>
        <p:sp>
          <p:nvSpPr>
            <p:cNvPr id="1922" name="Google Shape;1922;p8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 name="Google Shape;1926;p80"/>
          <p:cNvGrpSpPr/>
          <p:nvPr/>
        </p:nvGrpSpPr>
        <p:grpSpPr>
          <a:xfrm>
            <a:off x="3729277" y="2341061"/>
            <a:ext cx="586986" cy="517740"/>
            <a:chOff x="3161917" y="2170682"/>
            <a:chExt cx="458870" cy="404737"/>
          </a:xfrm>
        </p:grpSpPr>
        <p:sp>
          <p:nvSpPr>
            <p:cNvPr id="1927" name="Google Shape;1927;p8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 name="Google Shape;1930;p80"/>
          <p:cNvGrpSpPr/>
          <p:nvPr/>
        </p:nvGrpSpPr>
        <p:grpSpPr>
          <a:xfrm>
            <a:off x="3752299" y="3102400"/>
            <a:ext cx="540943" cy="517963"/>
            <a:chOff x="3179914" y="2889488"/>
            <a:chExt cx="422876" cy="404911"/>
          </a:xfrm>
        </p:grpSpPr>
        <p:sp>
          <p:nvSpPr>
            <p:cNvPr id="1931" name="Google Shape;1931;p8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 name="Google Shape;1937;p80"/>
          <p:cNvGrpSpPr/>
          <p:nvPr/>
        </p:nvGrpSpPr>
        <p:grpSpPr>
          <a:xfrm>
            <a:off x="4453093" y="3102358"/>
            <a:ext cx="536180" cy="518047"/>
            <a:chOff x="3729467" y="2889422"/>
            <a:chExt cx="419153" cy="404977"/>
          </a:xfrm>
        </p:grpSpPr>
        <p:sp>
          <p:nvSpPr>
            <p:cNvPr id="1938" name="Google Shape;1938;p8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5" name="Google Shape;1945;p80"/>
          <p:cNvGrpSpPr/>
          <p:nvPr/>
        </p:nvGrpSpPr>
        <p:grpSpPr>
          <a:xfrm>
            <a:off x="1990126" y="3445787"/>
            <a:ext cx="965351" cy="134611"/>
            <a:chOff x="4411970" y="2962952"/>
            <a:chExt cx="706544" cy="104212"/>
          </a:xfrm>
        </p:grpSpPr>
        <p:sp>
          <p:nvSpPr>
            <p:cNvPr id="1946" name="Google Shape;1946;p8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 name="Google Shape;1950;p80"/>
          <p:cNvGrpSpPr/>
          <p:nvPr/>
        </p:nvGrpSpPr>
        <p:grpSpPr>
          <a:xfrm>
            <a:off x="1990126" y="3041077"/>
            <a:ext cx="960158" cy="289172"/>
            <a:chOff x="4411970" y="2726085"/>
            <a:chExt cx="643107" cy="193659"/>
          </a:xfrm>
        </p:grpSpPr>
        <p:sp>
          <p:nvSpPr>
            <p:cNvPr id="1951" name="Google Shape;1951;p8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 name="Google Shape;1954;p80"/>
          <p:cNvGrpSpPr/>
          <p:nvPr/>
        </p:nvGrpSpPr>
        <p:grpSpPr>
          <a:xfrm>
            <a:off x="998624" y="3295400"/>
            <a:ext cx="811503" cy="252584"/>
            <a:chOff x="4411970" y="4340222"/>
            <a:chExt cx="779467" cy="242683"/>
          </a:xfrm>
        </p:grpSpPr>
        <p:sp>
          <p:nvSpPr>
            <p:cNvPr id="1955" name="Google Shape;1955;p8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8" name="Google Shape;1958;p80"/>
          <p:cNvGrpSpPr/>
          <p:nvPr/>
        </p:nvGrpSpPr>
        <p:grpSpPr>
          <a:xfrm>
            <a:off x="1990126" y="2709308"/>
            <a:ext cx="965160" cy="216230"/>
            <a:chOff x="4411970" y="2468674"/>
            <a:chExt cx="747317" cy="167425"/>
          </a:xfrm>
        </p:grpSpPr>
        <p:sp>
          <p:nvSpPr>
            <p:cNvPr id="1959" name="Google Shape;1959;p8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1" name="Google Shape;1961;p80"/>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2" name="Google Shape;1962;p80"/>
          <p:cNvGrpSpPr/>
          <p:nvPr/>
        </p:nvGrpSpPr>
        <p:grpSpPr>
          <a:xfrm>
            <a:off x="997692" y="2334687"/>
            <a:ext cx="1959041" cy="208784"/>
            <a:chOff x="6336019" y="3733725"/>
            <a:chExt cx="2566206" cy="351310"/>
          </a:xfrm>
        </p:grpSpPr>
        <p:sp>
          <p:nvSpPr>
            <p:cNvPr id="1963" name="Google Shape;1963;p80"/>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0"/>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0"/>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0"/>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7" name="Google Shape;1967;p80"/>
          <p:cNvGrpSpPr/>
          <p:nvPr/>
        </p:nvGrpSpPr>
        <p:grpSpPr>
          <a:xfrm>
            <a:off x="1990126" y="3950602"/>
            <a:ext cx="946551" cy="153200"/>
            <a:chOff x="4404545" y="3301592"/>
            <a:chExt cx="782403" cy="129272"/>
          </a:xfrm>
        </p:grpSpPr>
        <p:sp>
          <p:nvSpPr>
            <p:cNvPr id="1968" name="Google Shape;1968;p8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0"/>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 name="Google Shape;1970;p80"/>
          <p:cNvGrpSpPr/>
          <p:nvPr/>
        </p:nvGrpSpPr>
        <p:grpSpPr>
          <a:xfrm>
            <a:off x="1990126" y="3695937"/>
            <a:ext cx="962257" cy="139127"/>
            <a:chOff x="4411970" y="3131459"/>
            <a:chExt cx="710520" cy="117397"/>
          </a:xfrm>
        </p:grpSpPr>
        <p:sp>
          <p:nvSpPr>
            <p:cNvPr id="1971" name="Google Shape;1971;p8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73" name="Google Shape;1973;p80"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74" name="Google Shape;1974;p80"/>
          <p:cNvGrpSpPr/>
          <p:nvPr/>
        </p:nvGrpSpPr>
        <p:grpSpPr>
          <a:xfrm>
            <a:off x="990271" y="3621603"/>
            <a:ext cx="823838" cy="458988"/>
            <a:chOff x="4411970" y="1801825"/>
            <a:chExt cx="734586" cy="409262"/>
          </a:xfrm>
        </p:grpSpPr>
        <p:sp>
          <p:nvSpPr>
            <p:cNvPr id="1975" name="Google Shape;1975;p8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 name="Google Shape;1977;p80"/>
          <p:cNvGrpSpPr/>
          <p:nvPr/>
        </p:nvGrpSpPr>
        <p:grpSpPr>
          <a:xfrm>
            <a:off x="3095243" y="2339173"/>
            <a:ext cx="521514" cy="521514"/>
            <a:chOff x="5681300" y="2527788"/>
            <a:chExt cx="805800" cy="805800"/>
          </a:xfrm>
        </p:grpSpPr>
        <p:sp>
          <p:nvSpPr>
            <p:cNvPr id="1978" name="Google Shape;1978;p80"/>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 name="Google Shape;1980;p80"/>
          <p:cNvGrpSpPr/>
          <p:nvPr/>
        </p:nvGrpSpPr>
        <p:grpSpPr>
          <a:xfrm>
            <a:off x="3089483" y="3094865"/>
            <a:ext cx="533033" cy="533033"/>
            <a:chOff x="4049800" y="640400"/>
            <a:chExt cx="858900" cy="858900"/>
          </a:xfrm>
        </p:grpSpPr>
        <p:sp>
          <p:nvSpPr>
            <p:cNvPr id="1981" name="Google Shape;1981;p80"/>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0"/>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 name="Google Shape;1983;p80"/>
          <p:cNvGrpSpPr/>
          <p:nvPr/>
        </p:nvGrpSpPr>
        <p:grpSpPr>
          <a:xfrm>
            <a:off x="3014966" y="3772543"/>
            <a:ext cx="682068" cy="682068"/>
            <a:chOff x="5080188" y="927900"/>
            <a:chExt cx="961200" cy="961200"/>
          </a:xfrm>
        </p:grpSpPr>
        <p:sp>
          <p:nvSpPr>
            <p:cNvPr id="1984" name="Google Shape;1984;p80"/>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0"/>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0"/>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0"/>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2" name="Google Shape;1992;p80"/>
          <p:cNvGrpSpPr/>
          <p:nvPr/>
        </p:nvGrpSpPr>
        <p:grpSpPr>
          <a:xfrm>
            <a:off x="4478465" y="3869234"/>
            <a:ext cx="505650" cy="504006"/>
            <a:chOff x="6039282" y="1042577"/>
            <a:chExt cx="734315" cy="731929"/>
          </a:xfrm>
        </p:grpSpPr>
        <p:sp>
          <p:nvSpPr>
            <p:cNvPr id="1993" name="Google Shape;1993;p8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 name="Google Shape;2014;p80"/>
          <p:cNvGrpSpPr/>
          <p:nvPr/>
        </p:nvGrpSpPr>
        <p:grpSpPr>
          <a:xfrm>
            <a:off x="5091067" y="2298862"/>
            <a:ext cx="567744" cy="602136"/>
            <a:chOff x="1825800" y="1651625"/>
            <a:chExt cx="539989" cy="571775"/>
          </a:xfrm>
        </p:grpSpPr>
        <p:sp>
          <p:nvSpPr>
            <p:cNvPr id="2015" name="Google Shape;2015;p80"/>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0"/>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0"/>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 name="Google Shape;2019;p80"/>
          <p:cNvGrpSpPr/>
          <p:nvPr/>
        </p:nvGrpSpPr>
        <p:grpSpPr>
          <a:xfrm>
            <a:off x="3765995" y="3855579"/>
            <a:ext cx="508123" cy="507955"/>
            <a:chOff x="1897577" y="2802432"/>
            <a:chExt cx="492176" cy="492014"/>
          </a:xfrm>
        </p:grpSpPr>
        <p:sp>
          <p:nvSpPr>
            <p:cNvPr id="2020" name="Google Shape;2020;p80"/>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0"/>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0"/>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0"/>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80"/>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0"/>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0"/>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0"/>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0"/>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0"/>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2" name="Google Shape;2032;p80"/>
          <p:cNvGrpSpPr/>
          <p:nvPr/>
        </p:nvGrpSpPr>
        <p:grpSpPr>
          <a:xfrm>
            <a:off x="997525" y="4169123"/>
            <a:ext cx="809227" cy="200842"/>
            <a:chOff x="2013045" y="4813233"/>
            <a:chExt cx="921986" cy="228854"/>
          </a:xfrm>
        </p:grpSpPr>
        <p:sp>
          <p:nvSpPr>
            <p:cNvPr id="2033" name="Google Shape;2033;p80"/>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0"/>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 name="Google Shape;2035;p80"/>
          <p:cNvGrpSpPr/>
          <p:nvPr/>
        </p:nvGrpSpPr>
        <p:grpSpPr>
          <a:xfrm>
            <a:off x="1005985" y="2656004"/>
            <a:ext cx="792421" cy="269941"/>
            <a:chOff x="1046767" y="4756633"/>
            <a:chExt cx="859646" cy="292841"/>
          </a:xfrm>
        </p:grpSpPr>
        <p:sp>
          <p:nvSpPr>
            <p:cNvPr id="2036" name="Google Shape;2036;p80"/>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0"/>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0"/>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9" name="Google Shape;2039;p80"/>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0"/>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0"/>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0"/>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3" name="Google Shape;2043;p80"/>
          <p:cNvGrpSpPr/>
          <p:nvPr/>
        </p:nvGrpSpPr>
        <p:grpSpPr>
          <a:xfrm>
            <a:off x="7141841" y="2550562"/>
            <a:ext cx="166473" cy="141497"/>
            <a:chOff x="4660325" y="1866850"/>
            <a:chExt cx="68350" cy="58100"/>
          </a:xfrm>
        </p:grpSpPr>
        <p:sp>
          <p:nvSpPr>
            <p:cNvPr id="2044" name="Google Shape;2044;p8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 name="Google Shape;2046;p80"/>
          <p:cNvGrpSpPr/>
          <p:nvPr/>
        </p:nvGrpSpPr>
        <p:grpSpPr>
          <a:xfrm>
            <a:off x="7451186" y="2576286"/>
            <a:ext cx="162515" cy="90049"/>
            <a:chOff x="4791775" y="1877500"/>
            <a:chExt cx="66725" cy="36975"/>
          </a:xfrm>
        </p:grpSpPr>
        <p:sp>
          <p:nvSpPr>
            <p:cNvPr id="2047" name="Google Shape;2047;p8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9" name="Google Shape;2049;p80"/>
          <p:cNvGrpSpPr/>
          <p:nvPr/>
        </p:nvGrpSpPr>
        <p:grpSpPr>
          <a:xfrm>
            <a:off x="7772899" y="2576286"/>
            <a:ext cx="144979" cy="90049"/>
            <a:chOff x="4923925" y="1877500"/>
            <a:chExt cx="59525" cy="36975"/>
          </a:xfrm>
        </p:grpSpPr>
        <p:sp>
          <p:nvSpPr>
            <p:cNvPr id="2050" name="Google Shape;2050;p8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2" name="Google Shape;2052;p80"/>
          <p:cNvGrpSpPr/>
          <p:nvPr/>
        </p:nvGrpSpPr>
        <p:grpSpPr>
          <a:xfrm>
            <a:off x="8067390" y="2558477"/>
            <a:ext cx="141447" cy="125667"/>
            <a:chOff x="5058450" y="1870100"/>
            <a:chExt cx="58075" cy="51600"/>
          </a:xfrm>
        </p:grpSpPr>
        <p:sp>
          <p:nvSpPr>
            <p:cNvPr id="2053" name="Google Shape;2053;p8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5" name="Google Shape;2055;p80"/>
          <p:cNvGrpSpPr/>
          <p:nvPr/>
        </p:nvGrpSpPr>
        <p:grpSpPr>
          <a:xfrm>
            <a:off x="7481905" y="2980885"/>
            <a:ext cx="101077" cy="107645"/>
            <a:chOff x="4811425" y="2065025"/>
            <a:chExt cx="41500" cy="44200"/>
          </a:xfrm>
        </p:grpSpPr>
        <p:sp>
          <p:nvSpPr>
            <p:cNvPr id="2056" name="Google Shape;2056;p8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 name="Google Shape;2058;p80"/>
          <p:cNvGrpSpPr/>
          <p:nvPr/>
        </p:nvGrpSpPr>
        <p:grpSpPr>
          <a:xfrm>
            <a:off x="7774342" y="2981098"/>
            <a:ext cx="120867" cy="107218"/>
            <a:chOff x="4929875" y="2065025"/>
            <a:chExt cx="49625" cy="44025"/>
          </a:xfrm>
        </p:grpSpPr>
        <p:sp>
          <p:nvSpPr>
            <p:cNvPr id="2059" name="Google Shape;2059;p8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 name="Google Shape;2061;p80"/>
          <p:cNvGrpSpPr/>
          <p:nvPr/>
        </p:nvGrpSpPr>
        <p:grpSpPr>
          <a:xfrm>
            <a:off x="8103011" y="2984112"/>
            <a:ext cx="70206" cy="101191"/>
            <a:chOff x="5083925" y="2066350"/>
            <a:chExt cx="28825" cy="41550"/>
          </a:xfrm>
        </p:grpSpPr>
        <p:sp>
          <p:nvSpPr>
            <p:cNvPr id="2062" name="Google Shape;2062;p8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4" name="Google Shape;2064;p80"/>
          <p:cNvGrpSpPr/>
          <p:nvPr/>
        </p:nvGrpSpPr>
        <p:grpSpPr>
          <a:xfrm>
            <a:off x="7134565" y="2999759"/>
            <a:ext cx="181026" cy="69896"/>
            <a:chOff x="4659775" y="2072775"/>
            <a:chExt cx="74325" cy="28700"/>
          </a:xfrm>
        </p:grpSpPr>
        <p:sp>
          <p:nvSpPr>
            <p:cNvPr id="2065" name="Google Shape;2065;p8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 name="Google Shape;2068;p80"/>
          <p:cNvGrpSpPr/>
          <p:nvPr/>
        </p:nvGrpSpPr>
        <p:grpSpPr>
          <a:xfrm>
            <a:off x="8054421" y="2790324"/>
            <a:ext cx="167387" cy="89197"/>
            <a:chOff x="4662475" y="1976500"/>
            <a:chExt cx="68725" cy="36625"/>
          </a:xfrm>
        </p:grpSpPr>
        <p:sp>
          <p:nvSpPr>
            <p:cNvPr id="2069" name="Google Shape;2069;p8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2" name="Google Shape;2072;p80"/>
          <p:cNvGrpSpPr/>
          <p:nvPr/>
        </p:nvGrpSpPr>
        <p:grpSpPr>
          <a:xfrm>
            <a:off x="7751326" y="2793764"/>
            <a:ext cx="166899" cy="82317"/>
            <a:chOff x="4920150" y="1977875"/>
            <a:chExt cx="68525" cy="33800"/>
          </a:xfrm>
        </p:grpSpPr>
        <p:sp>
          <p:nvSpPr>
            <p:cNvPr id="2073" name="Google Shape;2073;p8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 name="Google Shape;2076;p80"/>
          <p:cNvGrpSpPr/>
          <p:nvPr/>
        </p:nvGrpSpPr>
        <p:grpSpPr>
          <a:xfrm>
            <a:off x="7162483" y="3197682"/>
            <a:ext cx="125190" cy="127859"/>
            <a:chOff x="4676550" y="2160575"/>
            <a:chExt cx="51400" cy="52500"/>
          </a:xfrm>
        </p:grpSpPr>
        <p:sp>
          <p:nvSpPr>
            <p:cNvPr id="2077" name="Google Shape;2077;p8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 name="Google Shape;2080;p80"/>
          <p:cNvGrpSpPr/>
          <p:nvPr/>
        </p:nvGrpSpPr>
        <p:grpSpPr>
          <a:xfrm>
            <a:off x="7459741" y="3204714"/>
            <a:ext cx="145405" cy="113794"/>
            <a:chOff x="4768325" y="2163475"/>
            <a:chExt cx="59700" cy="46725"/>
          </a:xfrm>
        </p:grpSpPr>
        <p:sp>
          <p:nvSpPr>
            <p:cNvPr id="2081" name="Google Shape;2081;p8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3" name="Google Shape;2083;p80"/>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0"/>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0"/>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0"/>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0"/>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0"/>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9" name="Google Shape;2089;p80"/>
          <p:cNvGrpSpPr/>
          <p:nvPr/>
        </p:nvGrpSpPr>
        <p:grpSpPr>
          <a:xfrm>
            <a:off x="7476059" y="3459808"/>
            <a:ext cx="112768" cy="106853"/>
            <a:chOff x="4768575" y="2253950"/>
            <a:chExt cx="46300" cy="43875"/>
          </a:xfrm>
        </p:grpSpPr>
        <p:sp>
          <p:nvSpPr>
            <p:cNvPr id="2090" name="Google Shape;2090;p8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 name="Google Shape;2092;p80"/>
          <p:cNvGrpSpPr/>
          <p:nvPr/>
        </p:nvGrpSpPr>
        <p:grpSpPr>
          <a:xfrm>
            <a:off x="7775682" y="3948834"/>
            <a:ext cx="118187" cy="146246"/>
            <a:chOff x="4960900" y="2433225"/>
            <a:chExt cx="48525" cy="60050"/>
          </a:xfrm>
        </p:grpSpPr>
        <p:sp>
          <p:nvSpPr>
            <p:cNvPr id="2093" name="Google Shape;2093;p8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5" name="Google Shape;2095;p80"/>
          <p:cNvGrpSpPr/>
          <p:nvPr/>
        </p:nvGrpSpPr>
        <p:grpSpPr>
          <a:xfrm>
            <a:off x="7464247" y="4212895"/>
            <a:ext cx="136394" cy="143810"/>
            <a:chOff x="4854075" y="2527625"/>
            <a:chExt cx="56000" cy="59050"/>
          </a:xfrm>
        </p:grpSpPr>
        <p:sp>
          <p:nvSpPr>
            <p:cNvPr id="2096" name="Google Shape;2096;p8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8" name="Google Shape;2098;p80"/>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0"/>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0"/>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1" name="Google Shape;2101;p80"/>
          <p:cNvGrpSpPr/>
          <p:nvPr/>
        </p:nvGrpSpPr>
        <p:grpSpPr>
          <a:xfrm>
            <a:off x="8088458" y="3676639"/>
            <a:ext cx="99312" cy="160797"/>
            <a:chOff x="5059700" y="2334775"/>
            <a:chExt cx="40775" cy="66025"/>
          </a:xfrm>
        </p:grpSpPr>
        <p:sp>
          <p:nvSpPr>
            <p:cNvPr id="2102" name="Google Shape;2102;p8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1" name="Google Shape;2111;p80"/>
          <p:cNvGrpSpPr/>
          <p:nvPr/>
        </p:nvGrpSpPr>
        <p:grpSpPr>
          <a:xfrm>
            <a:off x="8045622" y="3941771"/>
            <a:ext cx="184984" cy="160371"/>
            <a:chOff x="5037700" y="2430325"/>
            <a:chExt cx="75950" cy="65850"/>
          </a:xfrm>
        </p:grpSpPr>
        <p:sp>
          <p:nvSpPr>
            <p:cNvPr id="2112" name="Google Shape;2112;p8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 name="Google Shape;2114;p80"/>
          <p:cNvGrpSpPr/>
          <p:nvPr/>
        </p:nvGrpSpPr>
        <p:grpSpPr>
          <a:xfrm>
            <a:off x="7465128" y="3708223"/>
            <a:ext cx="173014" cy="97629"/>
            <a:chOff x="4756975" y="2341800"/>
            <a:chExt cx="91975" cy="51925"/>
          </a:xfrm>
        </p:grpSpPr>
        <p:sp>
          <p:nvSpPr>
            <p:cNvPr id="2115" name="Google Shape;2115;p8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 name="Google Shape;2135;p80"/>
          <p:cNvGrpSpPr/>
          <p:nvPr/>
        </p:nvGrpSpPr>
        <p:grpSpPr>
          <a:xfrm>
            <a:off x="7732065" y="4196920"/>
            <a:ext cx="212497" cy="175761"/>
            <a:chOff x="4943575" y="2516350"/>
            <a:chExt cx="98675" cy="81700"/>
          </a:xfrm>
        </p:grpSpPr>
        <p:sp>
          <p:nvSpPr>
            <p:cNvPr id="2136" name="Google Shape;2136;p8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4" name="Google Shape;2214;p80"/>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0"/>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0"/>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0"/>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222"/>
        <p:cNvGrpSpPr/>
        <p:nvPr/>
      </p:nvGrpSpPr>
      <p:grpSpPr>
        <a:xfrm>
          <a:off x="0" y="0"/>
          <a:ext cx="0" cy="0"/>
          <a:chOff x="0" y="0"/>
          <a:chExt cx="0" cy="0"/>
        </a:xfrm>
      </p:grpSpPr>
      <p:grpSp>
        <p:nvGrpSpPr>
          <p:cNvPr id="2223" name="Google Shape;2223;p81"/>
          <p:cNvGrpSpPr/>
          <p:nvPr/>
        </p:nvGrpSpPr>
        <p:grpSpPr>
          <a:xfrm>
            <a:off x="719115" y="2852867"/>
            <a:ext cx="2622876" cy="1333540"/>
            <a:chOff x="238125" y="1038125"/>
            <a:chExt cx="7146800" cy="3633625"/>
          </a:xfrm>
        </p:grpSpPr>
        <p:sp>
          <p:nvSpPr>
            <p:cNvPr id="2224" name="Google Shape;2224;p8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8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8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8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8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8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8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8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8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8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8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8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8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8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8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8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8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8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8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8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8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8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8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8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8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8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8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8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8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8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8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8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8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8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8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8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8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8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8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8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8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8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8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8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8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8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8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8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8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8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8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8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8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8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8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8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8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8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8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8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8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8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8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8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8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8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8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8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8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8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8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8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8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8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8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8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8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8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8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8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8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8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8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8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8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8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8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8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8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8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8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8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8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8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8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8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8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8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8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8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8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8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8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8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8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8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8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8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8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8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8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8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8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8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8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8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8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8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8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8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8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8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8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8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8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8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8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8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8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8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8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8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8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8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8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8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8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8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8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8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8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8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8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8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8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8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8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8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8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8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8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8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8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8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8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8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8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8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8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8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8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8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8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8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8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8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8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8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8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8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8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8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8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8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8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8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8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8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8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8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8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8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8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8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8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8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8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8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8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8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8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8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8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8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8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8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8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8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8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8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8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8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8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8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8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8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8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8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8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8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8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8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8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8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8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8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8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8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8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8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8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8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8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8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8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8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8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8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8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8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8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8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8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8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8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8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8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8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8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8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8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8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8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8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8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8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8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8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8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8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8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8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8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8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8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8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8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8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8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8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8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8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8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8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8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8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8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8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8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8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8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8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8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8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8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8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8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8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8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8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8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8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8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8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8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8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8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8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8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8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8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8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8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8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8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8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8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8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8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8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8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8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8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8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8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8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8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8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8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8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8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8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8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8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8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8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8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8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8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8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8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8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8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8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8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8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8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8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8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8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8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8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8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8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8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8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8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8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8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8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8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8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8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8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8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8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8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8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8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8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8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8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8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8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8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8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8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8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8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8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8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8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8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8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8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8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8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8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8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8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8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8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8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8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8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8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8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8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8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8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8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8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8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8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8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8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8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8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8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8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8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8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8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8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8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8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8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8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8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8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8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8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8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8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8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8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8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8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8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8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8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8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8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8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8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8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8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8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8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8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8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8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8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8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8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8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8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8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8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8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8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8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8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8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8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8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8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8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8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8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8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8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8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8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8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8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8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8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8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8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8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8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8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8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8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8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8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8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8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8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8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8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8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8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8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8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8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8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8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8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8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8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8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8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8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8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8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8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8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8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8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8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8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8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8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8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8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8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8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8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8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8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8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8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8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8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8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8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8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8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8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8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8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8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8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8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8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8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8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8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8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8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8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8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8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8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8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8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8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8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8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8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8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8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8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8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8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8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8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8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8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8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8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8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8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8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8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8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8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8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8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8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8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8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8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8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8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8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8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8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8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8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8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8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8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8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8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8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8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8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8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8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8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8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8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8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8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8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8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8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8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8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8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8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8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8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8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8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8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8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8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8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8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8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8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8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8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8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8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8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8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8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8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8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8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8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8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8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8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8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8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8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8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8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8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8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8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8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8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8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8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8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8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8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8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8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8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8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8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8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8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8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8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8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8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8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8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8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8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8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8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8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8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8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8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8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8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8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8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8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8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8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8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8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8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8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8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8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8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8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8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8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8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8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8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8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8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8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8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8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8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8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8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8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8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8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8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8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8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8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8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8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8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8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8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8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8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8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8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8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8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8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8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8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8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8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8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8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8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8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8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8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8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8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8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8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8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8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8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8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8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8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8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8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8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8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8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8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8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8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8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8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8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8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8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8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8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8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8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8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8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8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8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8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8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8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8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8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8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8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8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8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8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8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8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8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8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8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8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8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8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8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8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8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8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8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8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8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8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8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8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8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8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8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8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8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8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8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8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8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8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8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8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8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8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8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8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8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8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8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8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8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8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8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8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8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8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8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8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8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8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8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8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8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8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8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8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8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8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8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8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6" name="Google Shape;3796;p81"/>
          <p:cNvGrpSpPr/>
          <p:nvPr/>
        </p:nvGrpSpPr>
        <p:grpSpPr>
          <a:xfrm>
            <a:off x="6647587" y="3567393"/>
            <a:ext cx="560636" cy="516497"/>
            <a:chOff x="6652051" y="3714143"/>
            <a:chExt cx="560636" cy="516497"/>
          </a:xfrm>
        </p:grpSpPr>
        <p:grpSp>
          <p:nvGrpSpPr>
            <p:cNvPr id="3797" name="Google Shape;3797;p81"/>
            <p:cNvGrpSpPr/>
            <p:nvPr/>
          </p:nvGrpSpPr>
          <p:grpSpPr>
            <a:xfrm>
              <a:off x="6669657" y="3716715"/>
              <a:ext cx="466768" cy="464314"/>
              <a:chOff x="3139766" y="765669"/>
              <a:chExt cx="886380" cy="881888"/>
            </a:xfrm>
          </p:grpSpPr>
          <p:grpSp>
            <p:nvGrpSpPr>
              <p:cNvPr id="3798" name="Google Shape;3798;p81"/>
              <p:cNvGrpSpPr/>
              <p:nvPr/>
            </p:nvGrpSpPr>
            <p:grpSpPr>
              <a:xfrm>
                <a:off x="3139766" y="765669"/>
                <a:ext cx="886380" cy="881888"/>
                <a:chOff x="3139766" y="765669"/>
                <a:chExt cx="886380" cy="881888"/>
              </a:xfrm>
            </p:grpSpPr>
            <p:sp>
              <p:nvSpPr>
                <p:cNvPr id="3799" name="Google Shape;3799;p81"/>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1"/>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1"/>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1"/>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1"/>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1"/>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1"/>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1"/>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1"/>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81"/>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81"/>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81"/>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1"/>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2" name="Google Shape;3812;p81"/>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81"/>
          <p:cNvGrpSpPr/>
          <p:nvPr/>
        </p:nvGrpSpPr>
        <p:grpSpPr>
          <a:xfrm>
            <a:off x="7646296" y="3047976"/>
            <a:ext cx="104231" cy="320340"/>
            <a:chOff x="7564426" y="3224343"/>
            <a:chExt cx="119985" cy="368801"/>
          </a:xfrm>
        </p:grpSpPr>
        <p:sp>
          <p:nvSpPr>
            <p:cNvPr id="3814" name="Google Shape;3814;p8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81"/>
          <p:cNvGrpSpPr/>
          <p:nvPr/>
        </p:nvGrpSpPr>
        <p:grpSpPr>
          <a:xfrm>
            <a:off x="7345785" y="3042077"/>
            <a:ext cx="189489" cy="332132"/>
            <a:chOff x="8370831" y="3202002"/>
            <a:chExt cx="218129" cy="382376"/>
          </a:xfrm>
        </p:grpSpPr>
        <p:sp>
          <p:nvSpPr>
            <p:cNvPr id="3817" name="Google Shape;3817;p8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81"/>
          <p:cNvGrpSpPr/>
          <p:nvPr/>
        </p:nvGrpSpPr>
        <p:grpSpPr>
          <a:xfrm>
            <a:off x="8069174" y="3453209"/>
            <a:ext cx="309429" cy="267000"/>
            <a:chOff x="6742064" y="3750480"/>
            <a:chExt cx="399315" cy="344560"/>
          </a:xfrm>
        </p:grpSpPr>
        <p:sp>
          <p:nvSpPr>
            <p:cNvPr id="3820" name="Google Shape;3820;p8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2" name="Google Shape;3822;p81"/>
          <p:cNvGrpSpPr/>
          <p:nvPr/>
        </p:nvGrpSpPr>
        <p:grpSpPr>
          <a:xfrm>
            <a:off x="7608193" y="3804257"/>
            <a:ext cx="180437" cy="281608"/>
            <a:chOff x="7248525" y="3739696"/>
            <a:chExt cx="230531" cy="359790"/>
          </a:xfrm>
        </p:grpSpPr>
        <p:sp>
          <p:nvSpPr>
            <p:cNvPr id="3823" name="Google Shape;3823;p8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 name="Google Shape;3825;p81"/>
          <p:cNvGrpSpPr/>
          <p:nvPr/>
        </p:nvGrpSpPr>
        <p:grpSpPr>
          <a:xfrm>
            <a:off x="7854113" y="3447481"/>
            <a:ext cx="162896" cy="278710"/>
            <a:chOff x="7601242" y="3729267"/>
            <a:chExt cx="222566" cy="380803"/>
          </a:xfrm>
        </p:grpSpPr>
        <p:sp>
          <p:nvSpPr>
            <p:cNvPr id="3826" name="Google Shape;3826;p8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28" name="Google Shape;3828;p81"/>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9" name="Google Shape;3829;p81"/>
          <p:cNvGrpSpPr/>
          <p:nvPr/>
        </p:nvGrpSpPr>
        <p:grpSpPr>
          <a:xfrm>
            <a:off x="7343758" y="3448622"/>
            <a:ext cx="193543" cy="275990"/>
            <a:chOff x="8304647" y="3738687"/>
            <a:chExt cx="225076" cy="320956"/>
          </a:xfrm>
        </p:grpSpPr>
        <p:sp>
          <p:nvSpPr>
            <p:cNvPr id="3830" name="Google Shape;3830;p81"/>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3" name="Google Shape;3833;p81"/>
          <p:cNvGrpSpPr/>
          <p:nvPr/>
        </p:nvGrpSpPr>
        <p:grpSpPr>
          <a:xfrm>
            <a:off x="7616251" y="3448622"/>
            <a:ext cx="178492" cy="275990"/>
            <a:chOff x="8615101" y="3738687"/>
            <a:chExt cx="207573" cy="320956"/>
          </a:xfrm>
        </p:grpSpPr>
        <p:sp>
          <p:nvSpPr>
            <p:cNvPr id="3834" name="Google Shape;3834;p81"/>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7" name="Google Shape;3837;p81"/>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8" name="Google Shape;3838;p81"/>
          <p:cNvGrpSpPr/>
          <p:nvPr/>
        </p:nvGrpSpPr>
        <p:grpSpPr>
          <a:xfrm>
            <a:off x="7841782" y="3851282"/>
            <a:ext cx="187557" cy="187557"/>
            <a:chOff x="8565775" y="671075"/>
            <a:chExt cx="441000" cy="441000"/>
          </a:xfrm>
        </p:grpSpPr>
        <p:sp>
          <p:nvSpPr>
            <p:cNvPr id="3839" name="Google Shape;3839;p81"/>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1"/>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1" name="Google Shape;3841;p81"/>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1"/>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3" name="Google Shape;3843;p81"/>
          <p:cNvGrpSpPr/>
          <p:nvPr/>
        </p:nvGrpSpPr>
        <p:grpSpPr>
          <a:xfrm>
            <a:off x="5996254" y="2923808"/>
            <a:ext cx="587865" cy="517731"/>
            <a:chOff x="6000718" y="3070557"/>
            <a:chExt cx="587865" cy="517731"/>
          </a:xfrm>
        </p:grpSpPr>
        <p:sp>
          <p:nvSpPr>
            <p:cNvPr id="3844" name="Google Shape;3844;p81"/>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1"/>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1"/>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1"/>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1"/>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1"/>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1"/>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1"/>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1"/>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1"/>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4" name="Google Shape;3854;p81"/>
          <p:cNvGrpSpPr/>
          <p:nvPr/>
        </p:nvGrpSpPr>
        <p:grpSpPr>
          <a:xfrm>
            <a:off x="6011059" y="3567468"/>
            <a:ext cx="557665" cy="516387"/>
            <a:chOff x="6015523" y="3714217"/>
            <a:chExt cx="557665" cy="516387"/>
          </a:xfrm>
        </p:grpSpPr>
        <p:grpSp>
          <p:nvGrpSpPr>
            <p:cNvPr id="3855" name="Google Shape;3855;p81"/>
            <p:cNvGrpSpPr/>
            <p:nvPr/>
          </p:nvGrpSpPr>
          <p:grpSpPr>
            <a:xfrm>
              <a:off x="6036094" y="3716980"/>
              <a:ext cx="529822" cy="510480"/>
              <a:chOff x="3148311" y="-545634"/>
              <a:chExt cx="1006118" cy="969572"/>
            </a:xfrm>
          </p:grpSpPr>
          <p:sp>
            <p:nvSpPr>
              <p:cNvPr id="3856" name="Google Shape;3856;p81"/>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1"/>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1"/>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1"/>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1"/>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81"/>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81"/>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81"/>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81"/>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81"/>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6" name="Google Shape;3866;p81"/>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7" name="Google Shape;3867;p81"/>
          <p:cNvGrpSpPr/>
          <p:nvPr/>
        </p:nvGrpSpPr>
        <p:grpSpPr>
          <a:xfrm>
            <a:off x="6639841" y="2926879"/>
            <a:ext cx="576302" cy="511871"/>
            <a:chOff x="6644304" y="3073628"/>
            <a:chExt cx="576302" cy="511871"/>
          </a:xfrm>
        </p:grpSpPr>
        <p:grpSp>
          <p:nvGrpSpPr>
            <p:cNvPr id="3868" name="Google Shape;3868;p81"/>
            <p:cNvGrpSpPr/>
            <p:nvPr/>
          </p:nvGrpSpPr>
          <p:grpSpPr>
            <a:xfrm>
              <a:off x="6712169" y="3073651"/>
              <a:ext cx="481611" cy="506713"/>
              <a:chOff x="1833536" y="-546641"/>
              <a:chExt cx="914567" cy="962419"/>
            </a:xfrm>
          </p:grpSpPr>
          <p:grpSp>
            <p:nvGrpSpPr>
              <p:cNvPr id="3869" name="Google Shape;3869;p81"/>
              <p:cNvGrpSpPr/>
              <p:nvPr/>
            </p:nvGrpSpPr>
            <p:grpSpPr>
              <a:xfrm>
                <a:off x="1833536" y="-524249"/>
                <a:ext cx="914567" cy="940027"/>
                <a:chOff x="1833536" y="-524249"/>
                <a:chExt cx="914567" cy="940027"/>
              </a:xfrm>
            </p:grpSpPr>
            <p:sp>
              <p:nvSpPr>
                <p:cNvPr id="3870" name="Google Shape;3870;p81"/>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81"/>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81"/>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81"/>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81"/>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5" name="Google Shape;3875;p81"/>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81"/>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81"/>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81"/>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8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0" name="Google Shape;3880;p81"/>
          <p:cNvGrpSpPr/>
          <p:nvPr/>
        </p:nvGrpSpPr>
        <p:grpSpPr>
          <a:xfrm>
            <a:off x="5904877" y="1016248"/>
            <a:ext cx="2435960" cy="1297725"/>
            <a:chOff x="233350" y="949250"/>
            <a:chExt cx="7137300" cy="3802300"/>
          </a:xfrm>
        </p:grpSpPr>
        <p:sp>
          <p:nvSpPr>
            <p:cNvPr id="3881" name="Google Shape;3881;p8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8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8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8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8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8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8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8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8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8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8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8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8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8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8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8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8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8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8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8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8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8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8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8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8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8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8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8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8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8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8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8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8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8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8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8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8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8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8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8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8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8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8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8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8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8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2" name="Google Shape;3932;p81"/>
          <p:cNvGrpSpPr/>
          <p:nvPr/>
        </p:nvGrpSpPr>
        <p:grpSpPr>
          <a:xfrm>
            <a:off x="698034" y="977939"/>
            <a:ext cx="2665073" cy="1317140"/>
            <a:chOff x="793334" y="1192826"/>
            <a:chExt cx="2665073" cy="1317140"/>
          </a:xfrm>
        </p:grpSpPr>
        <p:sp>
          <p:nvSpPr>
            <p:cNvPr id="3933" name="Google Shape;3933;p81"/>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81"/>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81"/>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1"/>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1"/>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81"/>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81"/>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1"/>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81"/>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81"/>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1"/>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81"/>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81"/>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81"/>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1"/>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81"/>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81"/>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1"/>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81"/>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81"/>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81"/>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81"/>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81"/>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81"/>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1"/>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81"/>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81"/>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1"/>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81"/>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1"/>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1"/>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81"/>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81"/>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81"/>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81"/>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1"/>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81"/>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81"/>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1"/>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1"/>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81"/>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81"/>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1"/>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1"/>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1"/>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81"/>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1"/>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1"/>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81"/>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81"/>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1"/>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1"/>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1"/>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1"/>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1"/>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81"/>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1"/>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1"/>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1"/>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1"/>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81"/>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81"/>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1"/>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1"/>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81"/>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81"/>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1"/>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1"/>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81"/>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81"/>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1"/>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81"/>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81"/>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1"/>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1"/>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1"/>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1"/>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81"/>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1"/>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1"/>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81"/>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1"/>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1"/>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1"/>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1"/>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81"/>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1"/>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81"/>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81"/>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81"/>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1"/>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81"/>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81"/>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1"/>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81"/>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81"/>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81"/>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1"/>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1"/>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81"/>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81"/>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1"/>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81"/>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81"/>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81"/>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81"/>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81"/>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81"/>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1"/>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1"/>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1"/>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1"/>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1"/>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1"/>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1"/>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81"/>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81"/>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81"/>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1"/>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81"/>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81"/>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1"/>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1"/>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1"/>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81"/>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81"/>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81"/>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81"/>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81"/>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81"/>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81"/>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1"/>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81"/>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1"/>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1"/>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81"/>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1"/>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1"/>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1"/>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81"/>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1"/>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1"/>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81"/>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1"/>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1"/>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81"/>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1"/>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81"/>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81"/>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1"/>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1"/>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1"/>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1"/>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81"/>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1"/>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1"/>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81"/>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81"/>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1"/>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81"/>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81"/>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1"/>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81"/>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81"/>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1"/>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1"/>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81"/>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81"/>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1"/>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81"/>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1"/>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1"/>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81"/>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81"/>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1"/>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1"/>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1"/>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1"/>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81"/>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81"/>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1"/>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81"/>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81"/>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81"/>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81"/>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1"/>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1"/>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81"/>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1"/>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1"/>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81"/>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81"/>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1"/>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81"/>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1"/>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1"/>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1"/>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1"/>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1"/>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81"/>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81"/>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1"/>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81"/>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81"/>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1"/>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1"/>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1"/>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1"/>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81"/>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1"/>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1"/>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81"/>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1"/>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1"/>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1"/>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1"/>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1"/>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1"/>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1"/>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1"/>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1"/>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1"/>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81"/>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1"/>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81"/>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1"/>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1"/>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1"/>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1"/>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1"/>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1"/>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1"/>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1"/>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1"/>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1"/>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1"/>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1"/>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1"/>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1"/>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1"/>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1"/>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1"/>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1"/>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1"/>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1"/>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1"/>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1"/>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1"/>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1"/>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1"/>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1"/>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1"/>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1"/>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1"/>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1"/>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1"/>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1"/>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1"/>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1"/>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1"/>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1"/>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1"/>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81"/>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1"/>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1"/>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81"/>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1"/>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1"/>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1"/>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1"/>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1"/>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1"/>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81"/>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1"/>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1"/>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1"/>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1"/>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1"/>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81"/>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81"/>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1"/>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1"/>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1"/>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1"/>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1"/>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1"/>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1"/>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1"/>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1"/>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1"/>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1"/>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1"/>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1"/>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1"/>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1"/>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1"/>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1"/>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1"/>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1"/>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1"/>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81"/>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1"/>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1"/>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1"/>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1"/>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1"/>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1"/>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1"/>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1"/>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1"/>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1"/>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1"/>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1"/>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1"/>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1"/>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1"/>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1"/>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1"/>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1"/>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1"/>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1"/>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1"/>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1"/>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1"/>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81"/>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1"/>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1"/>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1"/>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1"/>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1"/>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1"/>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1"/>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1"/>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1"/>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1"/>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1"/>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1"/>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1"/>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1"/>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1"/>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1"/>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1"/>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1"/>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1"/>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1"/>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1"/>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1"/>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1"/>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1"/>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1"/>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1"/>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1"/>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1"/>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1"/>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1"/>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1"/>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1"/>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1"/>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1"/>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1"/>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1"/>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1"/>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1"/>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1"/>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81"/>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1"/>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1"/>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1"/>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1"/>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1"/>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1"/>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1"/>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1"/>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1"/>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1"/>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1"/>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1"/>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1"/>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1"/>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1"/>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1"/>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1"/>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1"/>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1"/>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1"/>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1"/>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1"/>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1"/>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1"/>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1"/>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1"/>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1"/>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1"/>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1"/>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1"/>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1"/>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1"/>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1"/>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1"/>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1"/>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1"/>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1"/>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1"/>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1"/>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1"/>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1"/>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1"/>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1"/>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1"/>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1"/>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1"/>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1"/>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1"/>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1"/>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1"/>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1"/>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1"/>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1"/>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1"/>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1"/>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1"/>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1"/>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1"/>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1"/>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1"/>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1"/>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1"/>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1"/>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1"/>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81"/>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81"/>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1"/>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81"/>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81"/>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1"/>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81"/>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81"/>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81"/>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81"/>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81"/>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1"/>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81"/>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1"/>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1"/>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1"/>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1"/>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1"/>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81"/>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81"/>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1"/>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81"/>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1"/>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1"/>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1"/>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81"/>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1"/>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1"/>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1"/>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1"/>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1"/>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1"/>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1"/>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1"/>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1"/>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1"/>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1"/>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1"/>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1"/>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1"/>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1"/>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1"/>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1"/>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1"/>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1"/>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1"/>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1"/>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1"/>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1"/>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1"/>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1"/>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1"/>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1"/>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1"/>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81"/>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81"/>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81"/>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81"/>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1"/>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81"/>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81"/>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1"/>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81"/>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1"/>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1"/>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1"/>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1"/>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1"/>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81"/>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1"/>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1"/>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81"/>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1"/>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1"/>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1"/>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1"/>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81"/>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81"/>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1"/>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1"/>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1"/>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1"/>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1"/>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1"/>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1"/>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81"/>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1"/>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1"/>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1"/>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1"/>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1"/>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81"/>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1"/>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1"/>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1"/>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1"/>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1"/>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1"/>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1"/>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1"/>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1"/>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1"/>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1"/>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1"/>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1"/>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1"/>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1"/>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1"/>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1"/>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1"/>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1"/>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1"/>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1"/>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1"/>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1"/>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1"/>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1"/>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1"/>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1"/>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1"/>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1"/>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1"/>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1"/>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1"/>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1"/>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1"/>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1"/>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1"/>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1"/>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1"/>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1"/>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1"/>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81"/>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1"/>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1"/>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1"/>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1"/>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1"/>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81"/>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1"/>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1"/>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1"/>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1"/>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1"/>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81"/>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1"/>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1"/>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1"/>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1"/>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1"/>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81"/>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81"/>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1"/>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81"/>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81"/>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1"/>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1"/>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1"/>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1"/>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1"/>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1"/>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1"/>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1"/>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81"/>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1"/>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1"/>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1"/>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1"/>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1"/>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1"/>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1"/>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1"/>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1"/>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1"/>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1"/>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1"/>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1"/>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1"/>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1"/>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1"/>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1"/>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1"/>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1"/>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1"/>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1"/>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1"/>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1"/>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1"/>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1"/>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1"/>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1"/>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1"/>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1"/>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1"/>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1"/>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1"/>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1"/>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81"/>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1"/>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81"/>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1"/>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1"/>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1"/>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1"/>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1"/>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1"/>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1"/>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1"/>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1"/>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1"/>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1"/>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1"/>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1"/>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1"/>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1"/>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1"/>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1"/>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1"/>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1"/>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1"/>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1"/>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1"/>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1"/>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1"/>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1"/>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1"/>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1"/>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1"/>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1"/>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1"/>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1"/>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1"/>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1"/>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1"/>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1"/>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1"/>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1"/>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1"/>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1"/>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1"/>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1"/>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1"/>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1"/>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1"/>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1"/>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1"/>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1"/>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1"/>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1"/>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1"/>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1"/>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1"/>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1"/>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1"/>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1"/>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1"/>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1"/>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1"/>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1"/>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1"/>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1"/>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1"/>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1"/>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1"/>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1"/>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1"/>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1"/>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1"/>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1"/>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1"/>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1"/>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1"/>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1"/>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1"/>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1"/>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1"/>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1"/>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1"/>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1"/>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1"/>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1"/>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1"/>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1"/>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1"/>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1"/>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81"/>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81"/>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1"/>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1"/>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1"/>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1"/>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1"/>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1"/>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1"/>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1"/>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1"/>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1"/>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1"/>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1"/>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1"/>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1"/>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1"/>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1"/>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1"/>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1"/>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1"/>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1"/>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1"/>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1"/>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1"/>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1"/>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1"/>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1"/>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1"/>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81"/>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81"/>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1"/>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1"/>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1"/>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1"/>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1"/>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1"/>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1"/>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1"/>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1"/>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1"/>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1"/>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1"/>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1"/>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1"/>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1"/>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1"/>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1"/>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1"/>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1"/>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1"/>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1"/>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1"/>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1"/>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1"/>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1"/>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1"/>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1"/>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1"/>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81"/>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1"/>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1"/>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1"/>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1"/>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1"/>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1"/>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1"/>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1"/>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1"/>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1"/>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1"/>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1"/>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1"/>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1"/>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1"/>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1"/>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1"/>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1"/>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1"/>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1"/>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1"/>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1"/>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1"/>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1"/>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1"/>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1"/>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1"/>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1"/>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1"/>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1"/>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1"/>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1"/>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1"/>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1"/>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1"/>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1"/>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1"/>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1"/>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1"/>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81"/>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1"/>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81"/>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81"/>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1"/>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81"/>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1"/>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1"/>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81"/>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81"/>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1"/>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81"/>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81"/>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81"/>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81"/>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81"/>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81"/>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81"/>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1"/>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1"/>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81"/>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81"/>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81"/>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81"/>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81"/>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81"/>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1"/>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81"/>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81"/>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81"/>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81"/>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81"/>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1"/>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81"/>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81"/>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81"/>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81"/>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1"/>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1"/>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1"/>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1"/>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1"/>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1"/>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1"/>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1"/>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1"/>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1"/>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1"/>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81"/>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1"/>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81"/>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81"/>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81"/>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1"/>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1"/>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81"/>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81"/>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1"/>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1"/>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1"/>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1"/>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1"/>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1"/>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81"/>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81"/>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1"/>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1"/>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1"/>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1"/>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81"/>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1"/>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1"/>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1"/>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1"/>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81"/>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1"/>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1"/>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1"/>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1"/>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1"/>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81"/>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81"/>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81"/>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1"/>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81"/>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81"/>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1"/>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1"/>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81"/>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1"/>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1"/>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1"/>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1"/>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81"/>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1"/>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1"/>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1"/>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1"/>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1"/>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81"/>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81"/>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1"/>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1"/>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1"/>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1"/>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1"/>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1"/>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1"/>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1"/>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1"/>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1"/>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81"/>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1"/>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1"/>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1"/>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1"/>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1"/>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1"/>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1"/>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1"/>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1"/>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81"/>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1"/>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1"/>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1"/>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1"/>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1"/>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1"/>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1"/>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1"/>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1"/>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1"/>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1"/>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1"/>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1"/>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1"/>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1"/>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1"/>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1"/>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1"/>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81"/>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1"/>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1"/>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1"/>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1"/>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1"/>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1"/>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1"/>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81"/>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1"/>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1"/>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81"/>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81"/>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1"/>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1"/>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1"/>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1"/>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1"/>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1"/>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1"/>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1"/>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1"/>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1"/>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1"/>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1"/>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1"/>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1"/>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1"/>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1"/>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81"/>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1"/>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1"/>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1"/>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1"/>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1"/>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1"/>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1"/>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1"/>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1"/>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1"/>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1"/>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1"/>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1"/>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1"/>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1"/>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1"/>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1"/>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1"/>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81"/>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1"/>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1"/>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1"/>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1"/>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1"/>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1"/>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1"/>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1"/>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1"/>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1"/>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1"/>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1"/>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1"/>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1"/>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1"/>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1"/>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1"/>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1"/>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1"/>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1"/>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1"/>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1"/>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1"/>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1"/>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1"/>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1"/>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1"/>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1"/>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1"/>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1"/>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1"/>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1"/>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1"/>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1"/>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1"/>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1"/>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1"/>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1"/>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1"/>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1"/>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1"/>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1"/>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1"/>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1"/>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1"/>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1"/>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1"/>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1"/>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1"/>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1"/>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1"/>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1"/>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1"/>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1"/>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1"/>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81"/>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1"/>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1"/>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1"/>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1"/>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1"/>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1"/>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1"/>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1"/>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1"/>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1"/>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1"/>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1"/>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1"/>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1"/>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1"/>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1"/>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1"/>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1"/>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1"/>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1"/>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1"/>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1"/>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1"/>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1"/>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1"/>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1"/>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1"/>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1"/>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1"/>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1"/>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1"/>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1"/>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1"/>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1"/>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1"/>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1"/>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1"/>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1"/>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1"/>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1"/>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1"/>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1"/>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1"/>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1"/>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81"/>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81"/>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1"/>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1"/>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1"/>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1"/>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1"/>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81"/>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1"/>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1"/>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1"/>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1"/>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1"/>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1"/>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1"/>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1"/>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1"/>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1"/>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1"/>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1"/>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1"/>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1"/>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1"/>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1"/>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1"/>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1"/>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1"/>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1"/>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1"/>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1"/>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1"/>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1"/>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1"/>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1"/>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1"/>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1"/>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1"/>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1"/>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1"/>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1"/>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1"/>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1"/>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1"/>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1"/>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1"/>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1"/>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1"/>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1"/>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1"/>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1"/>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1"/>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1"/>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1"/>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81"/>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1"/>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1"/>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1"/>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1"/>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1"/>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1"/>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1"/>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1"/>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1"/>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1"/>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1"/>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1"/>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1"/>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1"/>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1"/>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1"/>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1"/>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1"/>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81"/>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81"/>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81"/>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1"/>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1"/>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1"/>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1"/>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1"/>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1"/>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1"/>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81"/>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1"/>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81"/>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81"/>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81"/>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1"/>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1"/>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1"/>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1"/>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1"/>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1"/>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1"/>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1"/>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1"/>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1"/>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1"/>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1"/>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1"/>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1"/>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1"/>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1"/>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1"/>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1"/>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81"/>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1"/>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1"/>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1"/>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1"/>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1"/>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1"/>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1"/>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1"/>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1"/>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1"/>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1"/>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1"/>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1"/>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1"/>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1"/>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1"/>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1"/>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1"/>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1"/>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1"/>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1"/>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1"/>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1"/>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1"/>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1"/>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1"/>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1"/>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1"/>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1"/>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1"/>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1"/>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1"/>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1"/>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1"/>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1"/>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81"/>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81"/>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1"/>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1"/>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81"/>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81"/>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81"/>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81"/>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81"/>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81"/>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1"/>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1"/>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81"/>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81"/>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1"/>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1"/>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81"/>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81"/>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81"/>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81"/>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1"/>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1"/>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1"/>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1"/>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81"/>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81"/>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1"/>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81"/>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81"/>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1"/>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1"/>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1"/>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1"/>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1"/>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1"/>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1"/>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1"/>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1"/>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81"/>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1"/>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81"/>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1"/>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1"/>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1"/>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1"/>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1"/>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1"/>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1"/>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1"/>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1"/>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1"/>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1"/>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1"/>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1"/>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1"/>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1"/>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1"/>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1"/>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1"/>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1"/>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1"/>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1"/>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1"/>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1"/>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1"/>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1"/>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1"/>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1"/>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1"/>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1"/>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1"/>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1"/>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1"/>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1"/>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1"/>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1"/>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1"/>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1"/>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1"/>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1"/>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1"/>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1"/>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1"/>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1"/>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1"/>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1"/>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1"/>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1"/>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1"/>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1"/>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81"/>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1"/>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81"/>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81"/>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1"/>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1"/>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81"/>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81"/>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1"/>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81"/>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1"/>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1"/>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1"/>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1"/>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81"/>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81"/>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1"/>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81"/>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81"/>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1"/>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1"/>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1"/>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81"/>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1"/>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1"/>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1"/>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81"/>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81"/>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81"/>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81"/>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81"/>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1"/>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1"/>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1"/>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1"/>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81"/>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1"/>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1"/>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81"/>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1"/>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81"/>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81"/>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1"/>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81"/>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81"/>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1"/>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1"/>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1"/>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1"/>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1"/>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1"/>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1"/>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81"/>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81"/>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81"/>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81"/>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81"/>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1"/>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1"/>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81"/>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81"/>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1"/>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1"/>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1"/>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1"/>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1"/>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1"/>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1"/>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81"/>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81"/>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1"/>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81"/>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1"/>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1"/>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81"/>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81"/>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1"/>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81"/>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81"/>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1"/>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81"/>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81"/>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81"/>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1"/>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1"/>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1"/>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1"/>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1"/>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1"/>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1"/>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1"/>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1"/>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1"/>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1"/>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1"/>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1"/>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1"/>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1"/>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1"/>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1"/>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1"/>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1"/>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1"/>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1"/>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1"/>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1"/>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1"/>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1"/>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1"/>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1"/>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1"/>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1"/>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1"/>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1"/>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1"/>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81"/>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1"/>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1"/>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1"/>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1"/>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1"/>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1"/>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1"/>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1"/>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1"/>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1"/>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1"/>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1"/>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1"/>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1"/>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1"/>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1"/>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1"/>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1"/>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1"/>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1"/>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81"/>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1"/>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1"/>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1"/>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1"/>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1"/>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1"/>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1"/>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1"/>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1"/>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1"/>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1"/>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1"/>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1"/>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1"/>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1"/>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1"/>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1"/>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1"/>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1"/>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1"/>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1"/>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1"/>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1"/>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1"/>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1"/>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1"/>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1"/>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1"/>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1"/>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1"/>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1"/>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1"/>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1"/>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1"/>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1"/>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1"/>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1"/>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1"/>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1"/>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1"/>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1"/>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1"/>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1"/>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1"/>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1"/>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1"/>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1"/>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1"/>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1"/>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1"/>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1"/>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1"/>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81"/>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1"/>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1"/>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1"/>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1"/>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1"/>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1"/>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1"/>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1"/>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1"/>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1"/>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1"/>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1"/>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1"/>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1"/>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1"/>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1"/>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1"/>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1"/>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1"/>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1"/>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1"/>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1"/>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1"/>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1"/>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1"/>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1"/>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1"/>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1"/>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1"/>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1"/>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1"/>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1"/>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1"/>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1"/>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1"/>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1"/>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1"/>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1"/>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1"/>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1"/>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1"/>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1"/>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1"/>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1"/>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1"/>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1"/>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1"/>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1"/>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1"/>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1"/>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1"/>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1"/>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1"/>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1"/>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1"/>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1"/>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1"/>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1"/>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1"/>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1"/>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1"/>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1"/>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81"/>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1"/>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1"/>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1"/>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1"/>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81"/>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81"/>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1"/>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1"/>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81"/>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1"/>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1"/>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1"/>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1"/>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1"/>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81"/>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1"/>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1"/>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81"/>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81"/>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1"/>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1"/>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81"/>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1"/>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1"/>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1"/>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1"/>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1"/>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81"/>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1"/>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1"/>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81"/>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81"/>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1"/>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81"/>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81"/>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1"/>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81"/>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81"/>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1"/>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81"/>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81"/>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1"/>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1"/>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1"/>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1"/>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1"/>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1"/>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1"/>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1"/>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1"/>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1"/>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81"/>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1"/>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1"/>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1"/>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1"/>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1"/>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1"/>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1"/>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1"/>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1"/>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1"/>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1"/>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81"/>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81"/>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1"/>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1"/>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1"/>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81"/>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1"/>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81"/>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81"/>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1"/>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1"/>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1"/>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1"/>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81"/>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81"/>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81"/>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81"/>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81"/>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81"/>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81"/>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81"/>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81"/>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81"/>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81"/>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81"/>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81"/>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1"/>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81"/>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81"/>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1"/>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1"/>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81"/>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1"/>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1"/>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81"/>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1"/>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1"/>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1"/>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1"/>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81"/>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81"/>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81"/>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1"/>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81"/>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1"/>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1"/>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81"/>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81"/>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1"/>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81"/>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81"/>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1"/>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81"/>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1"/>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1"/>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81"/>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1"/>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1"/>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1"/>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1"/>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1"/>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1"/>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81"/>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1"/>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1"/>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81"/>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81"/>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1"/>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81"/>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81"/>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1"/>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81"/>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81"/>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1"/>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81"/>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1"/>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1"/>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1"/>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81"/>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81"/>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1"/>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81"/>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81"/>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1"/>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81"/>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81"/>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1"/>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81"/>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81"/>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1"/>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81"/>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81"/>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81"/>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81"/>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1"/>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1"/>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81"/>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1"/>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1"/>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1"/>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1"/>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1"/>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1"/>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1"/>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1"/>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81"/>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1"/>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1"/>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81"/>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81"/>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1"/>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1"/>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1"/>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81"/>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1"/>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1"/>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1"/>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1"/>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1"/>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1"/>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1"/>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81"/>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1"/>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1"/>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1"/>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1"/>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1"/>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1"/>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1"/>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1"/>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1"/>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1"/>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81"/>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1"/>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1"/>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1"/>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1"/>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1"/>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1"/>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1"/>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1"/>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1"/>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1"/>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1"/>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1"/>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1"/>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1"/>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1"/>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1"/>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1"/>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81"/>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81"/>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1"/>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81"/>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1"/>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1"/>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1"/>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1"/>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1"/>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1"/>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1"/>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1"/>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1"/>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1"/>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1"/>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1"/>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1"/>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81"/>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1"/>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1"/>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1"/>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1"/>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1"/>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1"/>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1"/>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1"/>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1"/>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1"/>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1"/>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1"/>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1"/>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1"/>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1"/>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1"/>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1"/>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1"/>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1"/>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1"/>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1"/>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1"/>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1"/>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1"/>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1"/>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1"/>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1"/>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1"/>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1"/>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1"/>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1"/>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1"/>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1"/>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1"/>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1"/>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1"/>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1"/>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81"/>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1"/>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1"/>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81"/>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1"/>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1"/>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1"/>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1"/>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1"/>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1"/>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1"/>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1"/>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1"/>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81"/>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81"/>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1"/>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1"/>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1"/>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1"/>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1"/>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1"/>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1"/>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81"/>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1"/>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81"/>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81"/>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1"/>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81"/>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81"/>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1"/>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1"/>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81"/>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81"/>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1"/>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81"/>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81"/>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1"/>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1"/>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1"/>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1"/>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1"/>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81"/>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1"/>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81"/>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81"/>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1"/>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81"/>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81"/>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1"/>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1"/>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81"/>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1"/>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1"/>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81"/>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81"/>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81"/>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1"/>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81"/>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81"/>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81"/>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1"/>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1"/>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1"/>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1"/>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81"/>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81"/>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81"/>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1"/>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1"/>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81"/>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81"/>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81"/>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81"/>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1"/>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1"/>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1"/>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81"/>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81"/>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81"/>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1"/>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1"/>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81"/>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81"/>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81"/>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81"/>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1"/>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1"/>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1"/>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1"/>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81"/>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81"/>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1"/>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1"/>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81"/>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81"/>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81"/>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1"/>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1"/>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1"/>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81"/>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1"/>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1"/>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81"/>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1"/>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1"/>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1"/>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1"/>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1"/>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1"/>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1"/>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1"/>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1"/>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81"/>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1"/>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1"/>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1"/>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81"/>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81"/>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1"/>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1"/>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81"/>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1"/>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81"/>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81"/>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81"/>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1"/>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81"/>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81"/>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1"/>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81"/>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81"/>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1"/>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81"/>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81"/>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1"/>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81"/>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81"/>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81"/>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1"/>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1"/>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1"/>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81"/>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81"/>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1"/>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1"/>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81"/>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1"/>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1"/>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81"/>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81"/>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1"/>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1"/>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81"/>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81"/>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81"/>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81"/>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81"/>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81"/>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81"/>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81"/>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1"/>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1"/>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81"/>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1"/>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81"/>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81"/>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1"/>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81"/>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81"/>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1"/>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81"/>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81"/>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81"/>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1"/>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81"/>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81"/>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1"/>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1"/>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81"/>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81"/>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1"/>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81"/>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81"/>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1"/>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1"/>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1"/>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1"/>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1"/>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1"/>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1"/>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81"/>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81"/>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1"/>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1"/>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1"/>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1"/>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81"/>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1"/>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1"/>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1"/>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1"/>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1"/>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1"/>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81"/>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81"/>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1"/>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1"/>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1"/>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1"/>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1"/>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1"/>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1"/>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1"/>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1"/>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81"/>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81"/>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1"/>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1"/>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1"/>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81"/>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81"/>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1"/>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81"/>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81"/>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1"/>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1"/>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81"/>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81"/>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81"/>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1"/>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81"/>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81"/>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1"/>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1"/>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81"/>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81"/>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81"/>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81"/>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81"/>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81"/>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1"/>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81"/>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1"/>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81"/>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81"/>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1"/>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1"/>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81"/>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81"/>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1"/>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1"/>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81"/>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81"/>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1"/>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81"/>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81"/>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1"/>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1"/>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1"/>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1"/>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1"/>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1"/>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81"/>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81"/>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1"/>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1"/>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81"/>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81"/>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1"/>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1"/>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81"/>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81"/>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1"/>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81"/>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81"/>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1"/>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1"/>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1"/>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1"/>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1"/>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1"/>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1"/>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1"/>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81"/>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81"/>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1"/>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81"/>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81"/>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81"/>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81"/>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1"/>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81"/>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81"/>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81"/>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1"/>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81"/>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81"/>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1"/>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81"/>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81"/>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81"/>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81"/>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81"/>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81"/>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81"/>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81"/>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81"/>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81"/>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81"/>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1"/>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81"/>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1"/>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1"/>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81"/>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81"/>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81"/>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1"/>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81"/>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81"/>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81"/>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81"/>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1"/>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81"/>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81"/>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81"/>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1"/>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81"/>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1"/>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81"/>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81"/>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1"/>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1"/>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81"/>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81"/>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1"/>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81"/>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81"/>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1"/>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1"/>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1"/>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81"/>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81"/>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81"/>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81"/>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81"/>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81"/>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81"/>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81"/>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81"/>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81"/>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1"/>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1"/>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81"/>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81"/>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81"/>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81"/>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1"/>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81"/>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81"/>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1"/>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1"/>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81"/>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1"/>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1"/>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1"/>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1"/>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81"/>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81"/>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1"/>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81"/>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81"/>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1"/>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1"/>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81"/>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1"/>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81"/>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81"/>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81"/>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81"/>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1"/>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1"/>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81"/>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1"/>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1"/>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81"/>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81"/>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81"/>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81"/>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81"/>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81"/>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1"/>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1"/>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1"/>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81"/>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81"/>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1"/>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1"/>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81"/>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81"/>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1"/>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1"/>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1"/>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1"/>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81"/>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81"/>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81"/>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81"/>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1"/>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1"/>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1"/>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1"/>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1"/>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81"/>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1"/>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1"/>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1"/>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81"/>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1"/>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1"/>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1"/>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81"/>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1"/>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1"/>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1"/>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81"/>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1"/>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1"/>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1"/>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1"/>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81"/>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1"/>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1"/>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1"/>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1"/>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1"/>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1"/>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1"/>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1"/>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1"/>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1"/>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1"/>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1"/>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81"/>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1"/>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1"/>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1"/>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1"/>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81"/>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81"/>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1"/>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1"/>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1"/>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1"/>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81"/>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1"/>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1"/>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81"/>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1"/>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1"/>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1"/>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1"/>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1"/>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1"/>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1"/>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81"/>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1"/>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1"/>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81"/>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81"/>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1"/>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1"/>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1"/>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1"/>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1"/>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1"/>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81"/>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81"/>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1"/>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1"/>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81"/>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81"/>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81"/>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81"/>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1"/>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1"/>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1"/>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1"/>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1"/>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1"/>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1"/>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81"/>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81"/>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1"/>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1"/>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1"/>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81"/>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1"/>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1"/>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81"/>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81"/>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81"/>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81"/>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1"/>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1"/>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81"/>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81"/>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81"/>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81"/>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1"/>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1"/>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81"/>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81"/>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81"/>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1"/>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1"/>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1"/>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81"/>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81"/>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81"/>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81"/>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1"/>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1"/>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1"/>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1"/>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81"/>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81"/>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1"/>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1"/>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1"/>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1"/>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81"/>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81"/>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81"/>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81"/>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81"/>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1"/>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81"/>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81"/>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1"/>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1"/>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1"/>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1"/>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1"/>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1"/>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1"/>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1"/>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1"/>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1"/>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1"/>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1"/>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1"/>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1"/>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1"/>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1"/>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1"/>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1"/>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1"/>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81"/>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81"/>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1"/>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1"/>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1"/>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81"/>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81"/>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81"/>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1"/>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1"/>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1"/>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1"/>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81"/>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1"/>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1"/>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1"/>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1"/>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1"/>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1"/>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81"/>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1"/>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81"/>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81"/>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81"/>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81"/>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81"/>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81"/>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81"/>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1"/>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81"/>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81"/>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81"/>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81"/>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81"/>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1"/>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1"/>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1"/>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81"/>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1"/>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81"/>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81"/>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1"/>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81"/>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1"/>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1"/>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1"/>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1"/>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1"/>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1"/>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81"/>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81"/>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1"/>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1"/>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81"/>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81"/>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1"/>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1"/>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1"/>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81"/>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1"/>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81"/>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81"/>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1"/>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1"/>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1"/>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1"/>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81"/>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81"/>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1"/>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81"/>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81"/>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81"/>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81"/>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81"/>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81"/>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81"/>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81"/>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1"/>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81"/>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1"/>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81"/>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81"/>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81"/>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81"/>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1"/>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81"/>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81"/>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81"/>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81"/>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81"/>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81"/>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81"/>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1"/>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1"/>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81"/>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81"/>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1"/>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81"/>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1"/>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1"/>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81"/>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81"/>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1"/>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1"/>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81"/>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81"/>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81"/>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1"/>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1"/>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81"/>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81"/>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1"/>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81"/>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81"/>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1"/>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1"/>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1"/>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81"/>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81"/>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1"/>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81"/>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1"/>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1"/>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1"/>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1"/>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1"/>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81"/>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1"/>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1"/>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1"/>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1"/>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1"/>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81"/>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81"/>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1"/>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1"/>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81"/>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1"/>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81"/>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81"/>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1"/>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1"/>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81"/>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81"/>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81"/>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1"/>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1"/>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81"/>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81"/>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81"/>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81"/>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1"/>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1"/>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1"/>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81"/>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81"/>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81"/>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1"/>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1"/>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1"/>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81"/>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81"/>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1"/>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1"/>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81"/>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81"/>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81"/>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81"/>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1"/>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81"/>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81"/>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81"/>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81"/>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81"/>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81"/>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81"/>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81"/>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1"/>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81"/>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81"/>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81"/>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81"/>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81"/>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1"/>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81"/>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81"/>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1"/>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81"/>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81"/>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1"/>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81"/>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81"/>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81"/>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81"/>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1"/>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81"/>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81"/>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1"/>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81"/>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1"/>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1"/>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81"/>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1"/>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1"/>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81"/>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81"/>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1"/>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81"/>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81"/>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81"/>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81"/>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1"/>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1"/>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81"/>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1"/>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1"/>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81"/>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81"/>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81"/>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1"/>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1"/>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81"/>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81"/>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81"/>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1"/>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1"/>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1"/>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1"/>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1"/>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1"/>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1"/>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81"/>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81"/>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1"/>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1"/>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1"/>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1"/>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81"/>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81"/>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1"/>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81"/>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81"/>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1"/>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1"/>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1"/>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1"/>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81"/>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1"/>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1"/>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1"/>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1"/>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1"/>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1"/>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81"/>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1"/>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1"/>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1"/>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1"/>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1"/>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81"/>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1"/>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1"/>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1"/>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1"/>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1"/>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1"/>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1"/>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81"/>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81"/>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81"/>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1"/>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1"/>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1"/>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81"/>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1"/>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1"/>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1"/>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1"/>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1"/>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1"/>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1"/>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81"/>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81"/>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1"/>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81"/>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1"/>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1"/>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1"/>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1"/>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81"/>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1"/>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1"/>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1"/>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1"/>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1"/>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1"/>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1"/>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1"/>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1"/>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1"/>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1"/>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1"/>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1"/>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81"/>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1"/>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81"/>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1"/>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1"/>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1"/>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1"/>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1"/>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1"/>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1"/>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1"/>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81"/>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1"/>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1"/>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1"/>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1"/>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81"/>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1"/>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1"/>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1"/>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1"/>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81"/>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81"/>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1"/>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1"/>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1"/>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1"/>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1"/>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1"/>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1"/>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1"/>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81"/>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1"/>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81"/>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81"/>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1"/>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81"/>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81"/>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1"/>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1"/>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1"/>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1"/>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1"/>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81"/>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1"/>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81"/>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81"/>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1"/>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81"/>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1"/>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1"/>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1"/>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81"/>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1"/>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81"/>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81"/>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1"/>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81"/>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81"/>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81"/>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1"/>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1"/>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81"/>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81"/>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1"/>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1"/>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1"/>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1"/>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81"/>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81"/>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1"/>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1"/>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1"/>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1"/>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81"/>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1"/>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1"/>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1"/>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81"/>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81"/>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1"/>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1"/>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1"/>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81"/>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1"/>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1"/>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1"/>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81"/>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1"/>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81"/>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1"/>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1"/>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81"/>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1"/>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1"/>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1"/>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1"/>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1"/>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81"/>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1"/>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1"/>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1"/>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1"/>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1"/>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81"/>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81"/>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1"/>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1"/>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81"/>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81"/>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1"/>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1"/>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1"/>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1"/>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1"/>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81"/>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81"/>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81"/>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1"/>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1"/>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81"/>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81"/>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81"/>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1"/>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1"/>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1"/>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81"/>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1"/>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1"/>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81"/>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81"/>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1"/>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81"/>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1"/>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1"/>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81"/>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1"/>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1"/>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1"/>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1"/>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81"/>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1"/>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1"/>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1"/>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81"/>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1"/>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1"/>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1"/>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1"/>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1"/>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81"/>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1"/>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81"/>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1"/>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1"/>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1"/>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1"/>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1"/>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81"/>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81"/>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1"/>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1"/>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81"/>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1"/>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1"/>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1"/>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1"/>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81"/>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1"/>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1"/>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81"/>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81"/>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1"/>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1"/>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1"/>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1"/>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1"/>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81"/>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1"/>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1"/>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1"/>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1"/>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1"/>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1"/>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1"/>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1"/>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1"/>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1"/>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1"/>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1"/>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1"/>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1"/>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1"/>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1"/>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1"/>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1"/>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1"/>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1"/>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1"/>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1"/>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1"/>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1"/>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1"/>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1"/>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1"/>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1"/>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1"/>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1"/>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1"/>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1"/>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1"/>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1"/>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1"/>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1"/>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1"/>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1"/>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1"/>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1"/>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1"/>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1"/>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1"/>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1"/>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1"/>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1"/>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1"/>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1"/>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1"/>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1"/>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1"/>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1"/>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1"/>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1"/>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1"/>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1"/>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1"/>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1"/>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1"/>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1"/>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81"/>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81"/>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1"/>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1"/>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1"/>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1"/>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1"/>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1"/>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1"/>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1"/>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1"/>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81"/>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81"/>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1"/>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1"/>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1"/>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1"/>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1"/>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1"/>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1"/>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1"/>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1"/>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1"/>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1"/>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1"/>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1"/>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1"/>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1"/>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1"/>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1"/>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1"/>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1"/>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1"/>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1"/>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81"/>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1"/>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1"/>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1"/>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1"/>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1"/>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1"/>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1"/>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1"/>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1"/>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1"/>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1"/>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1"/>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81"/>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1"/>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1"/>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1"/>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1"/>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81"/>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1"/>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1"/>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81"/>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1"/>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1"/>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1"/>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1"/>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1"/>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1"/>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1"/>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1"/>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1"/>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1"/>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81"/>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1"/>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1"/>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1"/>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1"/>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1"/>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1"/>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1"/>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1"/>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1"/>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1"/>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1"/>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1"/>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1"/>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1"/>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1"/>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1"/>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1"/>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1"/>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1"/>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1"/>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1"/>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81"/>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1"/>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1"/>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1"/>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1"/>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1"/>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1"/>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81"/>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1"/>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81"/>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81"/>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1"/>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1"/>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81"/>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1"/>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1"/>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81"/>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1"/>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1"/>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81"/>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1"/>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1"/>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1"/>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1"/>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1"/>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1"/>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1"/>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1"/>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1"/>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81"/>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1"/>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1"/>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1"/>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1"/>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1"/>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1"/>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1"/>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1"/>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1"/>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1"/>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1"/>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1"/>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1"/>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1"/>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81"/>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81"/>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1"/>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1"/>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81"/>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81"/>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1"/>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1"/>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81"/>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81"/>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1"/>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1"/>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1"/>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1"/>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1"/>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81"/>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1"/>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1"/>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1"/>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1"/>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1"/>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1"/>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1"/>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1"/>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81"/>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1"/>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1"/>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81"/>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1"/>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1"/>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81"/>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81"/>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1"/>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1"/>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81"/>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81"/>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81"/>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81"/>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81"/>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1"/>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1"/>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1"/>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1"/>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1"/>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81"/>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81"/>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1"/>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81"/>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1"/>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1"/>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81"/>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1"/>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1"/>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1"/>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1"/>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81"/>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81"/>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1"/>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1"/>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1"/>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1"/>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1"/>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1"/>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1"/>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1"/>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1"/>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1"/>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1"/>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1"/>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1"/>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1"/>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1"/>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1"/>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1"/>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1"/>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1"/>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81"/>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81"/>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1"/>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1"/>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1"/>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1"/>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1"/>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81"/>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1"/>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1"/>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1"/>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1"/>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81"/>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1"/>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1"/>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1"/>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1"/>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81"/>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81"/>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1"/>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81"/>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81"/>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1"/>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1"/>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1"/>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1"/>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1"/>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81"/>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1"/>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1"/>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1"/>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1"/>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1"/>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1"/>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1"/>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1"/>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1"/>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1"/>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1"/>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1"/>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1"/>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1"/>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1"/>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1"/>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1"/>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1"/>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1"/>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1"/>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1"/>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1"/>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1"/>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1"/>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1"/>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1"/>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1"/>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1"/>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1"/>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1"/>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1"/>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1"/>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1"/>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1"/>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1"/>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1"/>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1"/>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1"/>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1"/>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81"/>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1"/>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1"/>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1"/>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1"/>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81"/>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1"/>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1"/>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1"/>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1"/>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1"/>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1"/>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1"/>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1"/>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1"/>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1"/>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1"/>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1"/>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1"/>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1"/>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1"/>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1"/>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1"/>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1"/>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1"/>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1"/>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81"/>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1"/>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1"/>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1"/>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1"/>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81"/>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81"/>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81"/>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1"/>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1"/>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1"/>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1"/>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1"/>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81"/>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1"/>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1"/>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1"/>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1"/>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81"/>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81"/>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81"/>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1"/>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81"/>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81"/>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1"/>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81"/>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81"/>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1"/>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1"/>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1"/>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1"/>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1"/>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1"/>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81"/>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81"/>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1"/>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1"/>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81"/>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81"/>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1"/>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1"/>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81"/>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81"/>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81"/>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81"/>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1"/>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1"/>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1"/>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81"/>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1"/>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1"/>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1"/>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1"/>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81"/>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81"/>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81"/>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1"/>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1"/>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81"/>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81"/>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1"/>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1"/>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81"/>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1"/>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81"/>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81"/>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1"/>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1"/>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81"/>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81"/>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1"/>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81"/>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81"/>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1"/>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81"/>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81"/>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1"/>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1"/>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81"/>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1"/>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81"/>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81"/>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1"/>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1"/>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1"/>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81"/>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81"/>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1"/>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81"/>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81"/>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81"/>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81"/>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81"/>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81"/>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1"/>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1"/>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81"/>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81"/>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81"/>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1"/>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1"/>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81"/>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81"/>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1"/>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81"/>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81"/>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81"/>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1"/>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1"/>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81"/>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81"/>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1"/>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1"/>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81"/>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1"/>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81"/>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81"/>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1"/>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1"/>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1"/>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1"/>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81"/>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81"/>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81"/>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1"/>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1"/>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81"/>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81"/>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1"/>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81"/>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1"/>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1"/>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81"/>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1"/>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81"/>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81"/>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1"/>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81"/>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81"/>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1"/>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81"/>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1"/>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1"/>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1"/>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1"/>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81"/>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81"/>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1"/>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1"/>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1"/>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1"/>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81"/>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81"/>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1"/>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1"/>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1"/>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1"/>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81"/>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81"/>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1"/>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1"/>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81"/>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81"/>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81"/>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81"/>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1"/>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81"/>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81"/>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1"/>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81"/>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81"/>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81"/>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81"/>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1"/>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1"/>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1"/>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1"/>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1"/>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1"/>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1"/>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1"/>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1"/>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1"/>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1"/>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1"/>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81"/>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81"/>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1"/>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1"/>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1"/>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81"/>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81"/>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81"/>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1"/>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1"/>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1"/>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1"/>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81"/>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81"/>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81"/>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1"/>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1"/>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1"/>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1"/>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1"/>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1"/>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1"/>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81"/>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81"/>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81"/>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1"/>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1"/>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81"/>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81"/>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1"/>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1"/>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1"/>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1"/>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1"/>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1"/>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81"/>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1"/>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1"/>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81"/>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81"/>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1"/>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1"/>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1"/>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1"/>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1"/>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81"/>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1"/>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1"/>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1"/>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1"/>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81"/>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81"/>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1"/>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1"/>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1"/>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1"/>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81"/>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81"/>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81"/>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81"/>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1"/>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1"/>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1"/>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1"/>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1"/>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81"/>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1"/>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1"/>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1"/>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1"/>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1"/>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1"/>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81"/>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81"/>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81"/>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1"/>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1"/>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81"/>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81"/>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1"/>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1"/>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81"/>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81"/>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81"/>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81"/>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1"/>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81"/>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1"/>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1"/>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1"/>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1"/>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1"/>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81"/>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81"/>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81"/>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1"/>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1"/>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1"/>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81"/>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81"/>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1"/>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81"/>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81"/>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1"/>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81"/>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81"/>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1"/>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81"/>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81"/>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1"/>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81"/>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1"/>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1"/>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1"/>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1"/>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1"/>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81"/>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81"/>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81"/>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81"/>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81"/>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1"/>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81"/>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81"/>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81"/>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81"/>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1"/>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81"/>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81"/>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81"/>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81"/>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81"/>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81"/>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81"/>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81"/>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81"/>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1"/>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1"/>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1"/>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1"/>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81"/>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81"/>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81"/>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81"/>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81"/>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81"/>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1"/>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81"/>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81"/>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81"/>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81"/>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1"/>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1"/>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1"/>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1"/>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81"/>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81"/>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1"/>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81"/>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81"/>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81"/>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1"/>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81"/>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81"/>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1"/>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81"/>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81"/>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1"/>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1"/>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1"/>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1"/>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81"/>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1"/>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1"/>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81"/>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81"/>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81"/>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1"/>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1"/>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1"/>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81"/>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1"/>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1"/>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1"/>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81"/>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1"/>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1"/>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1"/>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1"/>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1"/>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81"/>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81"/>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1"/>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1"/>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81"/>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81"/>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1"/>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81"/>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81"/>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1"/>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81"/>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81"/>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1"/>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1"/>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1"/>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1"/>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1"/>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81"/>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1"/>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81"/>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1"/>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1"/>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1"/>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1"/>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81"/>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1"/>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1"/>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1"/>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1"/>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1"/>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1"/>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1"/>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1"/>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1"/>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1"/>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81"/>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81"/>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1"/>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1"/>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81"/>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81"/>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81"/>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1"/>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1"/>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81"/>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81"/>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1"/>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1"/>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81"/>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1"/>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1"/>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1"/>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1"/>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81"/>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1"/>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1"/>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1"/>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1"/>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81"/>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81"/>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81"/>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1"/>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81"/>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81"/>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1"/>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1"/>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1"/>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1"/>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1"/>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1"/>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1"/>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1"/>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1"/>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1"/>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1"/>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1"/>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1"/>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1"/>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1"/>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81"/>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1"/>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1"/>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1"/>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1"/>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81"/>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81"/>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1"/>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1"/>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1"/>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1"/>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1"/>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1"/>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1"/>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81"/>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81"/>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81"/>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1"/>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1"/>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1"/>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81"/>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81"/>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1"/>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1"/>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1"/>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1"/>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1"/>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1"/>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81"/>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1"/>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1"/>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1"/>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1"/>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1"/>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1"/>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1"/>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81"/>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81"/>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1"/>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1"/>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81"/>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81"/>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1"/>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1"/>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1"/>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1"/>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1"/>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1"/>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1"/>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1"/>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81"/>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81"/>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1"/>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1"/>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1"/>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1"/>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1"/>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1"/>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1"/>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1"/>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1"/>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81"/>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1"/>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1"/>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1"/>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1"/>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81"/>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1"/>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1"/>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1"/>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1"/>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1"/>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1"/>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1"/>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1"/>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1"/>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1"/>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1"/>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1"/>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1"/>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1"/>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1"/>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1"/>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1"/>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1"/>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1"/>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1"/>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1"/>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1"/>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1"/>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1"/>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1"/>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1"/>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1"/>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1"/>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1"/>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1"/>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1"/>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1"/>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1"/>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1"/>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1"/>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1"/>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1"/>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1"/>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1"/>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1"/>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1"/>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1"/>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1"/>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1"/>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1"/>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1"/>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1"/>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1"/>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1"/>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1"/>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81"/>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1"/>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1"/>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1"/>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1"/>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1"/>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1"/>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1"/>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1"/>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1"/>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1"/>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1"/>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1"/>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81"/>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1"/>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1"/>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1"/>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1"/>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1"/>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1"/>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1"/>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1"/>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1"/>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1"/>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81"/>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1"/>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1"/>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81"/>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81"/>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1"/>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1"/>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81"/>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1"/>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1"/>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1"/>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1"/>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1"/>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1"/>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1"/>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1"/>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1"/>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1"/>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1"/>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1"/>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1"/>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1"/>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1"/>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1"/>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1"/>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1"/>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1"/>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1"/>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1"/>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1"/>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1"/>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1"/>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1"/>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1"/>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1"/>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1"/>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1"/>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1"/>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1"/>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81"/>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1"/>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1"/>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1"/>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1"/>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1"/>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1"/>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1"/>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1"/>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1"/>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1"/>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1"/>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1"/>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1"/>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1"/>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1"/>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1"/>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1"/>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1"/>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1"/>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1"/>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1"/>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1"/>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1"/>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1"/>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1"/>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1"/>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1"/>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1"/>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1"/>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1"/>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1"/>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1"/>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1"/>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1"/>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1"/>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1"/>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1"/>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81"/>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1"/>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1"/>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1"/>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1"/>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1"/>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1"/>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1"/>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1"/>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81"/>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1"/>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1"/>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81"/>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1"/>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1"/>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1"/>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1"/>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1"/>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1"/>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1"/>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1"/>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1"/>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1"/>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1"/>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1"/>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1"/>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1"/>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81"/>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1"/>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1"/>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1"/>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1"/>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1"/>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1"/>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1"/>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1"/>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1"/>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1"/>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1"/>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1"/>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1"/>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1"/>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0" name="Google Shape;7900;p81"/>
          <p:cNvGrpSpPr/>
          <p:nvPr/>
        </p:nvGrpSpPr>
        <p:grpSpPr>
          <a:xfrm>
            <a:off x="3416804" y="902588"/>
            <a:ext cx="2310381" cy="1488888"/>
            <a:chOff x="229225" y="549050"/>
            <a:chExt cx="7161750" cy="4615275"/>
          </a:xfrm>
        </p:grpSpPr>
        <p:sp>
          <p:nvSpPr>
            <p:cNvPr id="7901" name="Google Shape;7901;p81"/>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1"/>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1"/>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1"/>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1"/>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1"/>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1"/>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81"/>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81"/>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1"/>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1"/>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1"/>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1"/>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1"/>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1"/>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1"/>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1"/>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1"/>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1"/>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1"/>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1"/>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1"/>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1"/>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1"/>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1"/>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1"/>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1"/>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1"/>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1"/>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1"/>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1"/>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1"/>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1"/>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1"/>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1"/>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1"/>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1"/>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1"/>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1"/>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1"/>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1"/>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1"/>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1"/>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1"/>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1"/>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1"/>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1"/>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1"/>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1"/>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1"/>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1"/>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1"/>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1"/>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1"/>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1"/>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1"/>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1"/>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1"/>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1"/>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1"/>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1"/>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1"/>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1"/>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1"/>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1"/>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81"/>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1"/>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1"/>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81"/>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1"/>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1"/>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1"/>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1"/>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1"/>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1"/>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1"/>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1"/>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1"/>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1"/>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1"/>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1"/>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1"/>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1"/>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1"/>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1"/>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81"/>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1"/>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1"/>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1"/>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1"/>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1"/>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1"/>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1"/>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1"/>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1"/>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1"/>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1"/>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1"/>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1"/>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1"/>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1"/>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1"/>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1"/>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81"/>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1"/>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1"/>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1"/>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1"/>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1"/>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1"/>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1"/>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81"/>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1"/>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1"/>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1"/>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1"/>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1"/>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8" name="Google Shape;8018;p81"/>
          <p:cNvGrpSpPr/>
          <p:nvPr/>
        </p:nvGrpSpPr>
        <p:grpSpPr>
          <a:xfrm>
            <a:off x="3514722" y="2832485"/>
            <a:ext cx="2310282" cy="1374222"/>
            <a:chOff x="238125" y="732525"/>
            <a:chExt cx="7130500" cy="4241425"/>
          </a:xfrm>
        </p:grpSpPr>
        <p:sp>
          <p:nvSpPr>
            <p:cNvPr id="8019" name="Google Shape;8019;p81"/>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1"/>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1"/>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1"/>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1"/>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1"/>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1"/>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1"/>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81"/>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1"/>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1"/>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1"/>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1"/>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1"/>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81"/>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81"/>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1"/>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1"/>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1"/>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81"/>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81"/>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1"/>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1"/>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1"/>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1"/>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1"/>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1"/>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1"/>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1"/>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1"/>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1"/>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1"/>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1"/>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1"/>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1"/>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1"/>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1"/>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1"/>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1"/>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1"/>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1"/>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1"/>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1"/>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1"/>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1"/>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1"/>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1"/>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1"/>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1"/>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1"/>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81"/>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1"/>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1"/>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1"/>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1"/>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1"/>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1"/>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1"/>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1"/>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1"/>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1"/>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1"/>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1"/>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1"/>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1"/>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1"/>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1"/>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1"/>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1"/>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1"/>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1"/>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1"/>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81"/>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1"/>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1"/>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1"/>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1"/>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1"/>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1"/>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1"/>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1"/>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1"/>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1"/>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1"/>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1"/>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1"/>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1"/>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1"/>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1"/>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1"/>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1"/>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1"/>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1"/>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1"/>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1"/>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1"/>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1"/>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1"/>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81"/>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1"/>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1"/>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1"/>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1"/>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1"/>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1"/>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81"/>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1"/>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1"/>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1"/>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1"/>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1"/>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1"/>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1"/>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1"/>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8136"/>
        <p:cNvGrpSpPr/>
        <p:nvPr/>
      </p:nvGrpSpPr>
      <p:grpSpPr>
        <a:xfrm>
          <a:off x="0" y="0"/>
          <a:ext cx="0" cy="0"/>
          <a:chOff x="0" y="0"/>
          <a:chExt cx="0" cy="0"/>
        </a:xfrm>
      </p:grpSpPr>
      <p:grpSp>
        <p:nvGrpSpPr>
          <p:cNvPr id="8137" name="Google Shape;8137;p82"/>
          <p:cNvGrpSpPr/>
          <p:nvPr/>
        </p:nvGrpSpPr>
        <p:grpSpPr>
          <a:xfrm>
            <a:off x="2100561" y="3398658"/>
            <a:ext cx="1102891" cy="760337"/>
            <a:chOff x="4967783" y="2151471"/>
            <a:chExt cx="3920692" cy="2702940"/>
          </a:xfrm>
        </p:grpSpPr>
        <p:grpSp>
          <p:nvGrpSpPr>
            <p:cNvPr id="8138" name="Google Shape;8138;p82"/>
            <p:cNvGrpSpPr/>
            <p:nvPr/>
          </p:nvGrpSpPr>
          <p:grpSpPr>
            <a:xfrm>
              <a:off x="5045709" y="2252109"/>
              <a:ext cx="3761071" cy="2501708"/>
              <a:chOff x="2691784" y="1805334"/>
              <a:chExt cx="3761071" cy="2501708"/>
            </a:xfrm>
          </p:grpSpPr>
          <p:sp>
            <p:nvSpPr>
              <p:cNvPr id="8139" name="Google Shape;8139;p82"/>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2"/>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2"/>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2"/>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2"/>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2"/>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2"/>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6" name="Google Shape;8146;p82"/>
            <p:cNvGrpSpPr/>
            <p:nvPr/>
          </p:nvGrpSpPr>
          <p:grpSpPr>
            <a:xfrm>
              <a:off x="4967783" y="2151471"/>
              <a:ext cx="3920692" cy="2702940"/>
              <a:chOff x="2613858" y="1704696"/>
              <a:chExt cx="3920692" cy="2702940"/>
            </a:xfrm>
          </p:grpSpPr>
          <p:sp>
            <p:nvSpPr>
              <p:cNvPr id="8147" name="Google Shape;8147;p82"/>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2"/>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2"/>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2"/>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2"/>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52" name="Google Shape;8152;p82"/>
          <p:cNvGrpSpPr/>
          <p:nvPr/>
        </p:nvGrpSpPr>
        <p:grpSpPr>
          <a:xfrm>
            <a:off x="3504470" y="1286935"/>
            <a:ext cx="1561911" cy="708580"/>
            <a:chOff x="3530532" y="1496185"/>
            <a:chExt cx="1561911" cy="708580"/>
          </a:xfrm>
        </p:grpSpPr>
        <p:grpSp>
          <p:nvGrpSpPr>
            <p:cNvPr id="8153" name="Google Shape;8153;p82"/>
            <p:cNvGrpSpPr/>
            <p:nvPr/>
          </p:nvGrpSpPr>
          <p:grpSpPr>
            <a:xfrm>
              <a:off x="3720318" y="1857562"/>
              <a:ext cx="1372125" cy="54"/>
              <a:chOff x="3720318" y="1857562"/>
              <a:chExt cx="1372125" cy="54"/>
            </a:xfrm>
          </p:grpSpPr>
          <p:cxnSp>
            <p:nvCxnSpPr>
              <p:cNvPr id="8154" name="Google Shape;8154;p82"/>
              <p:cNvCxnSpPr>
                <a:endCxn id="8155"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56" name="Google Shape;8156;p82"/>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57" name="Google Shape;8157;p82"/>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58" name="Google Shape;8158;p82"/>
              <p:cNvCxnSpPr>
                <a:stCxn id="8155"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8159" name="Google Shape;8159;p82"/>
            <p:cNvGrpSpPr/>
            <p:nvPr/>
          </p:nvGrpSpPr>
          <p:grpSpPr>
            <a:xfrm>
              <a:off x="3567462" y="1496185"/>
              <a:ext cx="286500" cy="272914"/>
              <a:chOff x="3567462" y="1496185"/>
              <a:chExt cx="286500" cy="272914"/>
            </a:xfrm>
          </p:grpSpPr>
          <p:cxnSp>
            <p:nvCxnSpPr>
              <p:cNvPr id="8160" name="Google Shape;8160;p82"/>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161" name="Google Shape;8161;p82"/>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62" name="Google Shape;8162;p82"/>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2"/>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4" name="Google Shape;8164;p82"/>
            <p:cNvGrpSpPr/>
            <p:nvPr/>
          </p:nvGrpSpPr>
          <p:grpSpPr>
            <a:xfrm>
              <a:off x="3929014" y="1960574"/>
              <a:ext cx="286500" cy="242342"/>
              <a:chOff x="3929014" y="1960574"/>
              <a:chExt cx="286500" cy="242342"/>
            </a:xfrm>
          </p:grpSpPr>
          <p:cxnSp>
            <p:nvCxnSpPr>
              <p:cNvPr id="8165" name="Google Shape;8165;p82"/>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8166" name="Google Shape;8166;p82"/>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82"/>
            <p:cNvGrpSpPr/>
            <p:nvPr/>
          </p:nvGrpSpPr>
          <p:grpSpPr>
            <a:xfrm>
              <a:off x="4290828" y="1496185"/>
              <a:ext cx="286500" cy="272914"/>
              <a:chOff x="4290828" y="1496185"/>
              <a:chExt cx="286500" cy="272914"/>
            </a:xfrm>
          </p:grpSpPr>
          <p:cxnSp>
            <p:nvCxnSpPr>
              <p:cNvPr id="8168" name="Google Shape;8168;p82"/>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169" name="Google Shape;8169;p82"/>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0" name="Google Shape;8170;p82"/>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2"/>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71" name="Google Shape;8171;p82"/>
            <p:cNvGrpSpPr/>
            <p:nvPr/>
          </p:nvGrpSpPr>
          <p:grpSpPr>
            <a:xfrm>
              <a:off x="4657726" y="1959674"/>
              <a:ext cx="286500" cy="245092"/>
              <a:chOff x="4657726" y="1959674"/>
              <a:chExt cx="286500" cy="245092"/>
            </a:xfrm>
          </p:grpSpPr>
          <p:cxnSp>
            <p:nvCxnSpPr>
              <p:cNvPr id="8172" name="Google Shape;8172;p82"/>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8173" name="Google Shape;8173;p82"/>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74" name="Google Shape;8174;p82"/>
          <p:cNvGrpSpPr/>
          <p:nvPr/>
        </p:nvGrpSpPr>
        <p:grpSpPr>
          <a:xfrm>
            <a:off x="3486489" y="2149032"/>
            <a:ext cx="1597032" cy="378649"/>
            <a:chOff x="3512551" y="2358282"/>
            <a:chExt cx="1597032" cy="378649"/>
          </a:xfrm>
        </p:grpSpPr>
        <p:grpSp>
          <p:nvGrpSpPr>
            <p:cNvPr id="8175" name="Google Shape;8175;p82"/>
            <p:cNvGrpSpPr/>
            <p:nvPr/>
          </p:nvGrpSpPr>
          <p:grpSpPr>
            <a:xfrm>
              <a:off x="3738198" y="2553002"/>
              <a:ext cx="1145834" cy="117"/>
              <a:chOff x="3738198" y="2553002"/>
              <a:chExt cx="1145834" cy="117"/>
            </a:xfrm>
          </p:grpSpPr>
          <p:cxnSp>
            <p:nvCxnSpPr>
              <p:cNvPr id="8176" name="Google Shape;8176;p82"/>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177" name="Google Shape;8177;p82"/>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178" name="Google Shape;8178;p82"/>
              <p:cNvCxnSpPr>
                <a:stCxn id="8179" idx="6"/>
                <a:endCxn id="8180"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8181" name="Google Shape;8181;p82"/>
            <p:cNvGrpSpPr/>
            <p:nvPr/>
          </p:nvGrpSpPr>
          <p:grpSpPr>
            <a:xfrm>
              <a:off x="3969644" y="2440153"/>
              <a:ext cx="225900" cy="296779"/>
              <a:chOff x="3969644" y="2440153"/>
              <a:chExt cx="225900" cy="296779"/>
            </a:xfrm>
          </p:grpSpPr>
          <p:cxnSp>
            <p:nvCxnSpPr>
              <p:cNvPr id="8182" name="Google Shape;8182;p82"/>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8180" name="Google Shape;8180;p82"/>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2"/>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82"/>
            <p:cNvGrpSpPr/>
            <p:nvPr/>
          </p:nvGrpSpPr>
          <p:grpSpPr>
            <a:xfrm>
              <a:off x="4426818" y="2358282"/>
              <a:ext cx="225600" cy="307471"/>
              <a:chOff x="4426818" y="2358282"/>
              <a:chExt cx="225600" cy="307471"/>
            </a:xfrm>
          </p:grpSpPr>
          <p:cxnSp>
            <p:nvCxnSpPr>
              <p:cNvPr id="8185" name="Google Shape;8185;p82"/>
              <p:cNvCxnSpPr>
                <a:stCxn id="8186"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187" name="Google Shape;8187;p82"/>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2"/>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8" name="Google Shape;8188;p82"/>
            <p:cNvGrpSpPr/>
            <p:nvPr/>
          </p:nvGrpSpPr>
          <p:grpSpPr>
            <a:xfrm>
              <a:off x="4883984" y="2440153"/>
              <a:ext cx="225600" cy="296479"/>
              <a:chOff x="4883984" y="2440153"/>
              <a:chExt cx="225600" cy="296479"/>
            </a:xfrm>
          </p:grpSpPr>
          <p:cxnSp>
            <p:nvCxnSpPr>
              <p:cNvPr id="8189" name="Google Shape;8189;p82"/>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190" name="Google Shape;8190;p82"/>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2"/>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82"/>
            <p:cNvGrpSpPr/>
            <p:nvPr/>
          </p:nvGrpSpPr>
          <p:grpSpPr>
            <a:xfrm>
              <a:off x="3512551" y="2358356"/>
              <a:ext cx="225647" cy="307629"/>
              <a:chOff x="2182679" y="2005014"/>
              <a:chExt cx="792300" cy="1080158"/>
            </a:xfrm>
          </p:grpSpPr>
          <p:cxnSp>
            <p:nvCxnSpPr>
              <p:cNvPr id="8193" name="Google Shape;8193;p82"/>
              <p:cNvCxnSpPr>
                <a:stCxn id="8194"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8179" name="Google Shape;8179;p82"/>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2"/>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5" name="Google Shape;8195;p82"/>
          <p:cNvGrpSpPr/>
          <p:nvPr/>
        </p:nvGrpSpPr>
        <p:grpSpPr>
          <a:xfrm>
            <a:off x="6846571" y="972829"/>
            <a:ext cx="1559809" cy="722610"/>
            <a:chOff x="634175" y="2986275"/>
            <a:chExt cx="3147949" cy="1458344"/>
          </a:xfrm>
        </p:grpSpPr>
        <p:cxnSp>
          <p:nvCxnSpPr>
            <p:cNvPr id="8196" name="Google Shape;8196;p82"/>
            <p:cNvCxnSpPr>
              <a:stCxn id="8197" idx="4"/>
              <a:endCxn id="8198"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199" name="Google Shape;8199;p82"/>
            <p:cNvCxnSpPr>
              <a:stCxn id="8198" idx="0"/>
              <a:endCxn id="8200"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201" name="Google Shape;8201;p82"/>
            <p:cNvCxnSpPr>
              <a:stCxn id="8200" idx="4"/>
              <a:endCxn id="8202"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203" name="Google Shape;8203;p82"/>
            <p:cNvCxnSpPr>
              <a:stCxn id="8202" idx="0"/>
              <a:endCxn id="8204"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204" name="Google Shape;8204;p82"/>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00" name="Google Shape;8200;p82"/>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197" name="Google Shape;8197;p82"/>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02" name="Google Shape;8202;p82"/>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198" name="Google Shape;8198;p82"/>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205" name="Google Shape;8205;p82"/>
          <p:cNvGrpSpPr/>
          <p:nvPr/>
        </p:nvGrpSpPr>
        <p:grpSpPr>
          <a:xfrm>
            <a:off x="3500361" y="2682737"/>
            <a:ext cx="1570719" cy="294123"/>
            <a:chOff x="998425" y="1182125"/>
            <a:chExt cx="1065400" cy="199500"/>
          </a:xfrm>
        </p:grpSpPr>
        <p:sp>
          <p:nvSpPr>
            <p:cNvPr id="8206" name="Google Shape;8206;p8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82"/>
          <p:cNvGrpSpPr/>
          <p:nvPr/>
        </p:nvGrpSpPr>
        <p:grpSpPr>
          <a:xfrm>
            <a:off x="6843617" y="1800224"/>
            <a:ext cx="1565716" cy="366729"/>
            <a:chOff x="1247650" y="2075423"/>
            <a:chExt cx="6648477" cy="1557238"/>
          </a:xfrm>
        </p:grpSpPr>
        <p:sp>
          <p:nvSpPr>
            <p:cNvPr id="8212" name="Google Shape;8212;p8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8" name="Google Shape;8218;p82"/>
          <p:cNvGrpSpPr/>
          <p:nvPr/>
        </p:nvGrpSpPr>
        <p:grpSpPr>
          <a:xfrm>
            <a:off x="6827929" y="2949039"/>
            <a:ext cx="1597061" cy="663440"/>
            <a:chOff x="6796238" y="3158297"/>
            <a:chExt cx="1630319" cy="677257"/>
          </a:xfrm>
        </p:grpSpPr>
        <p:cxnSp>
          <p:nvCxnSpPr>
            <p:cNvPr id="8219" name="Google Shape;8219;p82"/>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220" name="Google Shape;8220;p82"/>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221" name="Google Shape;8221;p82"/>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222" name="Google Shape;8222;p82"/>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223" name="Google Shape;8223;p82"/>
            <p:cNvGrpSpPr/>
            <p:nvPr/>
          </p:nvGrpSpPr>
          <p:grpSpPr>
            <a:xfrm>
              <a:off x="6796238" y="3311904"/>
              <a:ext cx="1630319" cy="377697"/>
              <a:chOff x="6796238" y="3311904"/>
              <a:chExt cx="1630319" cy="377697"/>
            </a:xfrm>
          </p:grpSpPr>
          <p:sp>
            <p:nvSpPr>
              <p:cNvPr id="8224" name="Google Shape;8224;p82"/>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2"/>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2"/>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7" name="Google Shape;8227;p82"/>
          <p:cNvGrpSpPr/>
          <p:nvPr/>
        </p:nvGrpSpPr>
        <p:grpSpPr>
          <a:xfrm>
            <a:off x="5349067" y="970431"/>
            <a:ext cx="1368606" cy="1593805"/>
            <a:chOff x="1839112" y="2209163"/>
            <a:chExt cx="1918159" cy="2233784"/>
          </a:xfrm>
        </p:grpSpPr>
        <p:sp>
          <p:nvSpPr>
            <p:cNvPr id="8228" name="Google Shape;8228;p82"/>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2"/>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2"/>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31" name="Google Shape;8231;p82"/>
            <p:cNvCxnSpPr>
              <a:stCxn id="8228" idx="6"/>
              <a:endCxn id="8229"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232" name="Google Shape;8232;p82"/>
            <p:cNvCxnSpPr>
              <a:stCxn id="8229" idx="4"/>
              <a:endCxn id="8233"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234" name="Google Shape;8234;p82"/>
            <p:cNvCxnSpPr>
              <a:stCxn id="8233" idx="6"/>
              <a:endCxn id="8230"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235" name="Google Shape;8235;p82"/>
            <p:cNvCxnSpPr>
              <a:stCxn id="8230" idx="4"/>
              <a:endCxn id="8236"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233" name="Google Shape;8233;p82"/>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2"/>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2"/>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38" name="Google Shape;8238;p82"/>
            <p:cNvCxnSpPr>
              <a:endCxn id="8237"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239" name="Google Shape;8239;p82"/>
          <p:cNvGrpSpPr/>
          <p:nvPr/>
        </p:nvGrpSpPr>
        <p:grpSpPr>
          <a:xfrm>
            <a:off x="3481440" y="976667"/>
            <a:ext cx="1637968" cy="154942"/>
            <a:chOff x="238125" y="2506075"/>
            <a:chExt cx="7115411" cy="673075"/>
          </a:xfrm>
        </p:grpSpPr>
        <p:sp>
          <p:nvSpPr>
            <p:cNvPr id="8240" name="Google Shape;8240;p8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5" name="Google Shape;8245;p82"/>
          <p:cNvGrpSpPr/>
          <p:nvPr/>
        </p:nvGrpSpPr>
        <p:grpSpPr>
          <a:xfrm>
            <a:off x="720125" y="1298264"/>
            <a:ext cx="2476762" cy="91743"/>
            <a:chOff x="1464850" y="436376"/>
            <a:chExt cx="6001362" cy="222300"/>
          </a:xfrm>
        </p:grpSpPr>
        <p:sp>
          <p:nvSpPr>
            <p:cNvPr id="8246" name="Google Shape;8246;p82"/>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2"/>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2"/>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2"/>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2"/>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51" name="Google Shape;8251;p82"/>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52" name="Google Shape;8252;p82"/>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53" name="Google Shape;8253;p82"/>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54" name="Google Shape;8254;p82"/>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255" name="Google Shape;8255;p82"/>
          <p:cNvGrpSpPr/>
          <p:nvPr/>
        </p:nvGrpSpPr>
        <p:grpSpPr>
          <a:xfrm>
            <a:off x="706392" y="2533730"/>
            <a:ext cx="1452710" cy="651923"/>
            <a:chOff x="803162" y="2667727"/>
            <a:chExt cx="1411906" cy="633611"/>
          </a:xfrm>
        </p:grpSpPr>
        <p:cxnSp>
          <p:nvCxnSpPr>
            <p:cNvPr id="8256" name="Google Shape;8256;p82"/>
            <p:cNvCxnSpPr>
              <a:stCxn id="8257" idx="2"/>
              <a:endCxn id="8258"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59" name="Google Shape;8259;p82"/>
            <p:cNvCxnSpPr>
              <a:stCxn id="8260" idx="0"/>
              <a:endCxn id="8257"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61" name="Google Shape;8261;p82"/>
            <p:cNvCxnSpPr>
              <a:stCxn id="8260" idx="2"/>
              <a:endCxn id="8262"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63" name="Google Shape;8263;p82"/>
            <p:cNvCxnSpPr>
              <a:stCxn id="8264" idx="0"/>
              <a:endCxn id="8260"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65" name="Google Shape;8265;p82"/>
            <p:cNvCxnSpPr>
              <a:stCxn id="8258" idx="2"/>
              <a:endCxn id="8266"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67" name="Google Shape;8267;p82"/>
            <p:cNvCxnSpPr>
              <a:stCxn id="8268" idx="0"/>
              <a:endCxn id="8258"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264" name="Google Shape;8264;p82"/>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62" name="Google Shape;8262;p82"/>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68" name="Google Shape;8268;p82"/>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66" name="Google Shape;8266;p82"/>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58" name="Google Shape;8258;p82"/>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60" name="Google Shape;8260;p82"/>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57" name="Google Shape;8257;p82"/>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269" name="Google Shape;8269;p82"/>
          <p:cNvGrpSpPr/>
          <p:nvPr/>
        </p:nvGrpSpPr>
        <p:grpSpPr>
          <a:xfrm>
            <a:off x="706394" y="969268"/>
            <a:ext cx="2518541" cy="209309"/>
            <a:chOff x="803163" y="1111966"/>
            <a:chExt cx="2447800" cy="203430"/>
          </a:xfrm>
        </p:grpSpPr>
        <p:grpSp>
          <p:nvGrpSpPr>
            <p:cNvPr id="8270" name="Google Shape;8270;p82"/>
            <p:cNvGrpSpPr/>
            <p:nvPr/>
          </p:nvGrpSpPr>
          <p:grpSpPr>
            <a:xfrm>
              <a:off x="1958180" y="1111966"/>
              <a:ext cx="588019" cy="121396"/>
              <a:chOff x="4808316" y="2800065"/>
              <a:chExt cx="1999386" cy="412910"/>
            </a:xfrm>
          </p:grpSpPr>
          <p:sp>
            <p:nvSpPr>
              <p:cNvPr id="8271" name="Google Shape;8271;p82"/>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2" name="Google Shape;8272;p82"/>
              <p:cNvGrpSpPr/>
              <p:nvPr/>
            </p:nvGrpSpPr>
            <p:grpSpPr>
              <a:xfrm>
                <a:off x="4808316" y="2800065"/>
                <a:ext cx="92400" cy="411825"/>
                <a:chOff x="845575" y="2563700"/>
                <a:chExt cx="92400" cy="411825"/>
              </a:xfrm>
            </p:grpSpPr>
            <p:cxnSp>
              <p:nvCxnSpPr>
                <p:cNvPr id="8273" name="Google Shape;8273;p8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74" name="Google Shape;8274;p8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275" name="Google Shape;8275;p82"/>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276" name="Google Shape;8276;p82"/>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7" name="Google Shape;8277;p82"/>
            <p:cNvGrpSpPr/>
            <p:nvPr/>
          </p:nvGrpSpPr>
          <p:grpSpPr>
            <a:xfrm>
              <a:off x="803163" y="1111974"/>
              <a:ext cx="591158" cy="121545"/>
              <a:chOff x="803163" y="1111974"/>
              <a:chExt cx="591158" cy="121545"/>
            </a:xfrm>
          </p:grpSpPr>
          <p:grpSp>
            <p:nvGrpSpPr>
              <p:cNvPr id="8278" name="Google Shape;8278;p82"/>
              <p:cNvGrpSpPr/>
              <p:nvPr/>
            </p:nvGrpSpPr>
            <p:grpSpPr>
              <a:xfrm>
                <a:off x="803163" y="1111974"/>
                <a:ext cx="27175" cy="121077"/>
                <a:chOff x="845575" y="2563700"/>
                <a:chExt cx="92400" cy="411825"/>
              </a:xfrm>
            </p:grpSpPr>
            <p:cxnSp>
              <p:nvCxnSpPr>
                <p:cNvPr id="8279" name="Google Shape;8279;p8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80" name="Google Shape;8280;p8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81" name="Google Shape;8281;p82"/>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2" name="Google Shape;8282;p82"/>
            <p:cNvGrpSpPr/>
            <p:nvPr/>
          </p:nvGrpSpPr>
          <p:grpSpPr>
            <a:xfrm>
              <a:off x="1381910" y="1194219"/>
              <a:ext cx="588341" cy="121177"/>
              <a:chOff x="1381910" y="1194219"/>
              <a:chExt cx="588341" cy="121177"/>
            </a:xfrm>
          </p:grpSpPr>
          <p:grpSp>
            <p:nvGrpSpPr>
              <p:cNvPr id="8283" name="Google Shape;8283;p82"/>
              <p:cNvGrpSpPr/>
              <p:nvPr/>
            </p:nvGrpSpPr>
            <p:grpSpPr>
              <a:xfrm rot="10800000">
                <a:off x="1381910" y="1194319"/>
                <a:ext cx="27175" cy="121077"/>
                <a:chOff x="2070100" y="2563700"/>
                <a:chExt cx="92400" cy="411825"/>
              </a:xfrm>
            </p:grpSpPr>
            <p:cxnSp>
              <p:nvCxnSpPr>
                <p:cNvPr id="8284" name="Google Shape;8284;p8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85" name="Google Shape;8285;p8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86" name="Google Shape;8286;p82"/>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7" name="Google Shape;8287;p82"/>
            <p:cNvGrpSpPr/>
            <p:nvPr/>
          </p:nvGrpSpPr>
          <p:grpSpPr>
            <a:xfrm>
              <a:off x="2532079" y="1194219"/>
              <a:ext cx="704927" cy="121177"/>
              <a:chOff x="2532079" y="1194219"/>
              <a:chExt cx="704927" cy="121177"/>
            </a:xfrm>
          </p:grpSpPr>
          <p:grpSp>
            <p:nvGrpSpPr>
              <p:cNvPr id="8288" name="Google Shape;8288;p82"/>
              <p:cNvGrpSpPr/>
              <p:nvPr/>
            </p:nvGrpSpPr>
            <p:grpSpPr>
              <a:xfrm rot="10800000">
                <a:off x="2532079" y="1194319"/>
                <a:ext cx="27175" cy="121077"/>
                <a:chOff x="2070100" y="2563700"/>
                <a:chExt cx="92400" cy="411825"/>
              </a:xfrm>
            </p:grpSpPr>
            <p:cxnSp>
              <p:nvCxnSpPr>
                <p:cNvPr id="8289" name="Google Shape;8289;p8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90" name="Google Shape;8290;p8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1" name="Google Shape;8291;p82"/>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2" name="Google Shape;8292;p82"/>
          <p:cNvGrpSpPr/>
          <p:nvPr/>
        </p:nvGrpSpPr>
        <p:grpSpPr>
          <a:xfrm>
            <a:off x="3499404" y="3665900"/>
            <a:ext cx="1567778" cy="491677"/>
            <a:chOff x="5194708" y="3484366"/>
            <a:chExt cx="3148148" cy="987304"/>
          </a:xfrm>
        </p:grpSpPr>
        <p:grpSp>
          <p:nvGrpSpPr>
            <p:cNvPr id="8293" name="Google Shape;8293;p82"/>
            <p:cNvGrpSpPr/>
            <p:nvPr/>
          </p:nvGrpSpPr>
          <p:grpSpPr>
            <a:xfrm>
              <a:off x="7531521" y="3484366"/>
              <a:ext cx="811335" cy="987304"/>
              <a:chOff x="3379425" y="1617275"/>
              <a:chExt cx="1090650" cy="1327200"/>
            </a:xfrm>
          </p:grpSpPr>
          <p:sp>
            <p:nvSpPr>
              <p:cNvPr id="8294" name="Google Shape;8294;p8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7" name="Google Shape;8297;p82"/>
            <p:cNvGrpSpPr/>
            <p:nvPr/>
          </p:nvGrpSpPr>
          <p:grpSpPr>
            <a:xfrm>
              <a:off x="6752546" y="3484366"/>
              <a:ext cx="811428" cy="987304"/>
              <a:chOff x="2332275" y="1617275"/>
              <a:chExt cx="1090775" cy="1327200"/>
            </a:xfrm>
          </p:grpSpPr>
          <p:sp>
            <p:nvSpPr>
              <p:cNvPr id="8298" name="Google Shape;8298;p8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1" name="Google Shape;8301;p82"/>
            <p:cNvGrpSpPr/>
            <p:nvPr/>
          </p:nvGrpSpPr>
          <p:grpSpPr>
            <a:xfrm>
              <a:off x="5973664" y="3484366"/>
              <a:ext cx="811335" cy="987304"/>
              <a:chOff x="1285250" y="1617275"/>
              <a:chExt cx="1090650" cy="1327200"/>
            </a:xfrm>
          </p:grpSpPr>
          <p:sp>
            <p:nvSpPr>
              <p:cNvPr id="8302" name="Google Shape;8302;p8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8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5" name="Google Shape;8305;p82"/>
            <p:cNvGrpSpPr/>
            <p:nvPr/>
          </p:nvGrpSpPr>
          <p:grpSpPr>
            <a:xfrm>
              <a:off x="5194708" y="3484366"/>
              <a:ext cx="811409" cy="987304"/>
              <a:chOff x="238125" y="1617275"/>
              <a:chExt cx="1090750" cy="1327200"/>
            </a:xfrm>
          </p:grpSpPr>
          <p:sp>
            <p:nvSpPr>
              <p:cNvPr id="8306" name="Google Shape;8306;p8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09" name="Google Shape;8309;p82"/>
          <p:cNvGrpSpPr/>
          <p:nvPr/>
        </p:nvGrpSpPr>
        <p:grpSpPr>
          <a:xfrm>
            <a:off x="3460013" y="3146311"/>
            <a:ext cx="1616964" cy="346256"/>
            <a:chOff x="1808063" y="4294338"/>
            <a:chExt cx="3370782" cy="721817"/>
          </a:xfrm>
        </p:grpSpPr>
        <p:sp>
          <p:nvSpPr>
            <p:cNvPr id="8310" name="Google Shape;8310;p8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0" name="Google Shape;8320;p82"/>
          <p:cNvGrpSpPr/>
          <p:nvPr/>
        </p:nvGrpSpPr>
        <p:grpSpPr>
          <a:xfrm>
            <a:off x="738225" y="3432340"/>
            <a:ext cx="1295882" cy="646587"/>
            <a:chOff x="834100" y="3642869"/>
            <a:chExt cx="1259483" cy="628426"/>
          </a:xfrm>
        </p:grpSpPr>
        <p:sp>
          <p:nvSpPr>
            <p:cNvPr id="8321" name="Google Shape;8321;p82"/>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2"/>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2"/>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2"/>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2"/>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2"/>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2"/>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2"/>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2"/>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2"/>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2"/>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2"/>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2"/>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2"/>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2"/>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2"/>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2"/>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2"/>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2"/>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2"/>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82"/>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2"/>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2"/>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2"/>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2"/>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6" name="Google Shape;8346;p82"/>
            <p:cNvGrpSpPr/>
            <p:nvPr/>
          </p:nvGrpSpPr>
          <p:grpSpPr>
            <a:xfrm>
              <a:off x="1360364" y="3847835"/>
              <a:ext cx="208119" cy="224359"/>
              <a:chOff x="1360769" y="3847100"/>
              <a:chExt cx="208119" cy="224359"/>
            </a:xfrm>
          </p:grpSpPr>
          <p:sp>
            <p:nvSpPr>
              <p:cNvPr id="8347" name="Google Shape;8347;p82"/>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2"/>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2"/>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82"/>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2"/>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2"/>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2"/>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2"/>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2"/>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82"/>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2"/>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2"/>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2"/>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2"/>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2"/>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2"/>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2"/>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2"/>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2"/>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2"/>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7" name="Google Shape;8367;p82"/>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2"/>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2"/>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2"/>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2"/>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2"/>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2"/>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2"/>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2"/>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2"/>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82"/>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2"/>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2"/>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2"/>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1" name="Google Shape;8381;p82"/>
          <p:cNvGrpSpPr/>
          <p:nvPr/>
        </p:nvGrpSpPr>
        <p:grpSpPr>
          <a:xfrm rot="5400000">
            <a:off x="5951338" y="3228837"/>
            <a:ext cx="164064" cy="1414916"/>
            <a:chOff x="4428249" y="1369375"/>
            <a:chExt cx="36905" cy="429569"/>
          </a:xfrm>
        </p:grpSpPr>
        <p:sp>
          <p:nvSpPr>
            <p:cNvPr id="8382" name="Google Shape;8382;p82"/>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2"/>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2"/>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2"/>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2"/>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2"/>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2"/>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2"/>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2"/>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2"/>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2"/>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2"/>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2"/>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2"/>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2"/>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2"/>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2"/>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2"/>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2"/>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2"/>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2"/>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2"/>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2"/>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2"/>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2"/>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2"/>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2"/>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2"/>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2"/>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2"/>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2"/>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2"/>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4" name="Google Shape;8414;p82"/>
          <p:cNvGrpSpPr/>
          <p:nvPr/>
        </p:nvGrpSpPr>
        <p:grpSpPr>
          <a:xfrm rot="10800000" flipH="1">
            <a:off x="5323767" y="2817380"/>
            <a:ext cx="1419207" cy="24808"/>
            <a:chOff x="219558" y="4738465"/>
            <a:chExt cx="5852400" cy="102300"/>
          </a:xfrm>
        </p:grpSpPr>
        <p:cxnSp>
          <p:nvCxnSpPr>
            <p:cNvPr id="8415" name="Google Shape;8415;p82"/>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416" name="Google Shape;8416;p82"/>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2"/>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2"/>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2"/>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2"/>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1" name="Google Shape;8421;p82"/>
          <p:cNvGrpSpPr/>
          <p:nvPr/>
        </p:nvGrpSpPr>
        <p:grpSpPr>
          <a:xfrm>
            <a:off x="5335086" y="3190444"/>
            <a:ext cx="1396570" cy="385016"/>
            <a:chOff x="5286284" y="2966544"/>
            <a:chExt cx="1396570" cy="385016"/>
          </a:xfrm>
        </p:grpSpPr>
        <p:cxnSp>
          <p:nvCxnSpPr>
            <p:cNvPr id="8422" name="Google Shape;8422;p82"/>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423" name="Google Shape;8423;p82"/>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424" name="Google Shape;8424;p82"/>
            <p:cNvGrpSpPr/>
            <p:nvPr/>
          </p:nvGrpSpPr>
          <p:grpSpPr>
            <a:xfrm>
              <a:off x="5287688" y="3173364"/>
              <a:ext cx="1395166" cy="74100"/>
              <a:chOff x="5287688" y="3173364"/>
              <a:chExt cx="1395166" cy="74100"/>
            </a:xfrm>
          </p:grpSpPr>
          <p:cxnSp>
            <p:nvCxnSpPr>
              <p:cNvPr id="8425" name="Google Shape;8425;p82"/>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426" name="Google Shape;8426;p82"/>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427" name="Google Shape;8427;p82"/>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28" name="Google Shape;8428;p82"/>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29" name="Google Shape;8429;p82"/>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30" name="Google Shape;8430;p82"/>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31" name="Google Shape;8431;p82"/>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32" name="Google Shape;8432;p82"/>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433" name="Google Shape;8433;p82"/>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434" name="Google Shape;8434;p82"/>
          <p:cNvGrpSpPr/>
          <p:nvPr/>
        </p:nvGrpSpPr>
        <p:grpSpPr>
          <a:xfrm>
            <a:off x="2021151" y="1609220"/>
            <a:ext cx="1182276" cy="662027"/>
            <a:chOff x="2029517" y="1732295"/>
            <a:chExt cx="1149068" cy="643432"/>
          </a:xfrm>
        </p:grpSpPr>
        <p:grpSp>
          <p:nvGrpSpPr>
            <p:cNvPr id="8435" name="Google Shape;8435;p82"/>
            <p:cNvGrpSpPr/>
            <p:nvPr/>
          </p:nvGrpSpPr>
          <p:grpSpPr>
            <a:xfrm>
              <a:off x="2708660" y="1746937"/>
              <a:ext cx="455427" cy="244429"/>
              <a:chOff x="2700693" y="1746937"/>
              <a:chExt cx="455427" cy="244429"/>
            </a:xfrm>
          </p:grpSpPr>
          <p:grpSp>
            <p:nvGrpSpPr>
              <p:cNvPr id="8436" name="Google Shape;8436;p82"/>
              <p:cNvGrpSpPr/>
              <p:nvPr/>
            </p:nvGrpSpPr>
            <p:grpSpPr>
              <a:xfrm>
                <a:off x="2905682" y="1782817"/>
                <a:ext cx="250438" cy="208549"/>
                <a:chOff x="2905682" y="1782817"/>
                <a:chExt cx="250438" cy="208549"/>
              </a:xfrm>
            </p:grpSpPr>
            <p:cxnSp>
              <p:nvCxnSpPr>
                <p:cNvPr id="8437" name="Google Shape;8437;p82"/>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38" name="Google Shape;8438;p82"/>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82"/>
              <p:cNvGrpSpPr/>
              <p:nvPr/>
            </p:nvGrpSpPr>
            <p:grpSpPr>
              <a:xfrm>
                <a:off x="2700693" y="1746937"/>
                <a:ext cx="449967" cy="72374"/>
                <a:chOff x="2700693" y="1746937"/>
                <a:chExt cx="449967" cy="72374"/>
              </a:xfrm>
            </p:grpSpPr>
            <p:cxnSp>
              <p:nvCxnSpPr>
                <p:cNvPr id="8440" name="Google Shape;8440;p82"/>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41" name="Google Shape;8441;p82"/>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42" name="Google Shape;8442;p82"/>
            <p:cNvGrpSpPr/>
            <p:nvPr/>
          </p:nvGrpSpPr>
          <p:grpSpPr>
            <a:xfrm>
              <a:off x="2029517" y="1732295"/>
              <a:ext cx="1149068" cy="643432"/>
              <a:chOff x="2029517" y="1732295"/>
              <a:chExt cx="1149068" cy="643432"/>
            </a:xfrm>
          </p:grpSpPr>
          <p:grpSp>
            <p:nvGrpSpPr>
              <p:cNvPr id="8443" name="Google Shape;8443;p82"/>
              <p:cNvGrpSpPr/>
              <p:nvPr/>
            </p:nvGrpSpPr>
            <p:grpSpPr>
              <a:xfrm>
                <a:off x="2703618" y="2103152"/>
                <a:ext cx="474966" cy="260017"/>
                <a:chOff x="2703618" y="2103152"/>
                <a:chExt cx="474966" cy="260017"/>
              </a:xfrm>
            </p:grpSpPr>
            <p:grpSp>
              <p:nvGrpSpPr>
                <p:cNvPr id="8444" name="Google Shape;8444;p82"/>
                <p:cNvGrpSpPr/>
                <p:nvPr/>
              </p:nvGrpSpPr>
              <p:grpSpPr>
                <a:xfrm>
                  <a:off x="2703618" y="2290640"/>
                  <a:ext cx="450291" cy="72529"/>
                  <a:chOff x="2703618" y="2290640"/>
                  <a:chExt cx="450291" cy="72529"/>
                </a:xfrm>
              </p:grpSpPr>
              <p:cxnSp>
                <p:nvCxnSpPr>
                  <p:cNvPr id="8445" name="Google Shape;8445;p82"/>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46" name="Google Shape;8446;p82"/>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82"/>
                <p:cNvGrpSpPr/>
                <p:nvPr/>
              </p:nvGrpSpPr>
              <p:grpSpPr>
                <a:xfrm>
                  <a:off x="2908607" y="2103152"/>
                  <a:ext cx="269977" cy="223538"/>
                  <a:chOff x="2908607" y="2103152"/>
                  <a:chExt cx="269977" cy="223538"/>
                </a:xfrm>
              </p:grpSpPr>
              <p:cxnSp>
                <p:nvCxnSpPr>
                  <p:cNvPr id="8448" name="Google Shape;8448;p82"/>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49" name="Google Shape;8449;p82"/>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50" name="Google Shape;8450;p82"/>
              <p:cNvGrpSpPr/>
              <p:nvPr/>
            </p:nvGrpSpPr>
            <p:grpSpPr>
              <a:xfrm>
                <a:off x="2029517" y="1732295"/>
                <a:ext cx="685827" cy="643432"/>
                <a:chOff x="2029517" y="1732295"/>
                <a:chExt cx="685827" cy="643432"/>
              </a:xfrm>
            </p:grpSpPr>
            <p:sp>
              <p:nvSpPr>
                <p:cNvPr id="8451" name="Google Shape;8451;p82"/>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52" name="Google Shape;8452;p82"/>
                <p:cNvGrpSpPr/>
                <p:nvPr/>
              </p:nvGrpSpPr>
              <p:grpSpPr>
                <a:xfrm>
                  <a:off x="2158948" y="1732295"/>
                  <a:ext cx="556396" cy="333108"/>
                  <a:chOff x="2158948" y="1732295"/>
                  <a:chExt cx="556396" cy="333108"/>
                </a:xfrm>
              </p:grpSpPr>
              <p:cxnSp>
                <p:nvCxnSpPr>
                  <p:cNvPr id="8453" name="Google Shape;8453;p82"/>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454" name="Google Shape;8454;p82"/>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82"/>
                <p:cNvGrpSpPr/>
                <p:nvPr/>
              </p:nvGrpSpPr>
              <p:grpSpPr>
                <a:xfrm>
                  <a:off x="2159908" y="2065057"/>
                  <a:ext cx="550884" cy="310670"/>
                  <a:chOff x="2159908" y="2065057"/>
                  <a:chExt cx="550884" cy="310670"/>
                </a:xfrm>
              </p:grpSpPr>
              <p:cxnSp>
                <p:nvCxnSpPr>
                  <p:cNvPr id="8456" name="Google Shape;8456;p82"/>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457" name="Google Shape;8457;p82"/>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458" name="Google Shape;8458;p82"/>
          <p:cNvGrpSpPr/>
          <p:nvPr/>
        </p:nvGrpSpPr>
        <p:grpSpPr>
          <a:xfrm>
            <a:off x="706400" y="1556833"/>
            <a:ext cx="962651" cy="810058"/>
            <a:chOff x="732462" y="1766083"/>
            <a:chExt cx="962651" cy="810058"/>
          </a:xfrm>
        </p:grpSpPr>
        <p:grpSp>
          <p:nvGrpSpPr>
            <p:cNvPr id="8459" name="Google Shape;8459;p82"/>
            <p:cNvGrpSpPr/>
            <p:nvPr/>
          </p:nvGrpSpPr>
          <p:grpSpPr>
            <a:xfrm>
              <a:off x="732462" y="1908333"/>
              <a:ext cx="339369" cy="524756"/>
              <a:chOff x="844912" y="1819635"/>
              <a:chExt cx="329836" cy="510016"/>
            </a:xfrm>
          </p:grpSpPr>
          <p:sp>
            <p:nvSpPr>
              <p:cNvPr id="8460" name="Google Shape;8460;p82"/>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2"/>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2"/>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2"/>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2"/>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2"/>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6" name="Google Shape;8466;p82"/>
            <p:cNvGrpSpPr/>
            <p:nvPr/>
          </p:nvGrpSpPr>
          <p:grpSpPr>
            <a:xfrm>
              <a:off x="1184858" y="2256650"/>
              <a:ext cx="510255" cy="319491"/>
              <a:chOff x="1284601" y="2158168"/>
              <a:chExt cx="495923" cy="310517"/>
            </a:xfrm>
          </p:grpSpPr>
          <p:sp>
            <p:nvSpPr>
              <p:cNvPr id="8467" name="Google Shape;8467;p82"/>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68" name="Google Shape;8468;p82"/>
              <p:cNvGrpSpPr/>
              <p:nvPr/>
            </p:nvGrpSpPr>
            <p:grpSpPr>
              <a:xfrm>
                <a:off x="1507666" y="2158168"/>
                <a:ext cx="272858" cy="310517"/>
                <a:chOff x="1507666" y="2158168"/>
                <a:chExt cx="272858" cy="310517"/>
              </a:xfrm>
            </p:grpSpPr>
            <p:grpSp>
              <p:nvGrpSpPr>
                <p:cNvPr id="8469" name="Google Shape;8469;p82"/>
                <p:cNvGrpSpPr/>
                <p:nvPr/>
              </p:nvGrpSpPr>
              <p:grpSpPr>
                <a:xfrm>
                  <a:off x="1507666" y="2176104"/>
                  <a:ext cx="166395" cy="273149"/>
                  <a:chOff x="1507666" y="2176104"/>
                  <a:chExt cx="166395" cy="273149"/>
                </a:xfrm>
              </p:grpSpPr>
              <p:sp>
                <p:nvSpPr>
                  <p:cNvPr id="8470" name="Google Shape;8470;p82"/>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2"/>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2"/>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2"/>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2"/>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2"/>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2"/>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77" name="Google Shape;8477;p82"/>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2"/>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79" name="Google Shape;8479;p82"/>
            <p:cNvGrpSpPr/>
            <p:nvPr/>
          </p:nvGrpSpPr>
          <p:grpSpPr>
            <a:xfrm>
              <a:off x="1184858" y="1766083"/>
              <a:ext cx="510255" cy="319491"/>
              <a:chOff x="1284601" y="1681380"/>
              <a:chExt cx="495923" cy="310517"/>
            </a:xfrm>
          </p:grpSpPr>
          <p:sp>
            <p:nvSpPr>
              <p:cNvPr id="8480" name="Google Shape;8480;p82"/>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1" name="Google Shape;8481;p82"/>
              <p:cNvGrpSpPr/>
              <p:nvPr/>
            </p:nvGrpSpPr>
            <p:grpSpPr>
              <a:xfrm>
                <a:off x="1507666" y="1681380"/>
                <a:ext cx="272858" cy="310517"/>
                <a:chOff x="1507666" y="1681380"/>
                <a:chExt cx="272858" cy="310517"/>
              </a:xfrm>
            </p:grpSpPr>
            <p:grpSp>
              <p:nvGrpSpPr>
                <p:cNvPr id="8482" name="Google Shape;8482;p82"/>
                <p:cNvGrpSpPr/>
                <p:nvPr/>
              </p:nvGrpSpPr>
              <p:grpSpPr>
                <a:xfrm>
                  <a:off x="1507666" y="1700120"/>
                  <a:ext cx="166395" cy="272984"/>
                  <a:chOff x="1507666" y="1700120"/>
                  <a:chExt cx="166395" cy="272984"/>
                </a:xfrm>
              </p:grpSpPr>
              <p:sp>
                <p:nvSpPr>
                  <p:cNvPr id="8483" name="Google Shape;8483;p82"/>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2"/>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2"/>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2"/>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2"/>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2"/>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2"/>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90" name="Google Shape;8490;p82"/>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2"/>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492" name="Google Shape;8492;p82"/>
          <p:cNvGrpSpPr/>
          <p:nvPr/>
        </p:nvGrpSpPr>
        <p:grpSpPr>
          <a:xfrm>
            <a:off x="6815341" y="2324262"/>
            <a:ext cx="1622269" cy="552443"/>
            <a:chOff x="6894650" y="2574740"/>
            <a:chExt cx="1445100" cy="492111"/>
          </a:xfrm>
        </p:grpSpPr>
        <p:sp>
          <p:nvSpPr>
            <p:cNvPr id="8493" name="Google Shape;8493;p82"/>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2"/>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2"/>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2"/>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2"/>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98" name="Google Shape;8498;p82"/>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499" name="Google Shape;8499;p82"/>
          <p:cNvGrpSpPr/>
          <p:nvPr/>
        </p:nvGrpSpPr>
        <p:grpSpPr>
          <a:xfrm>
            <a:off x="6834884" y="3698518"/>
            <a:ext cx="1583206" cy="475705"/>
            <a:chOff x="6953919" y="3907920"/>
            <a:chExt cx="1377300" cy="475705"/>
          </a:xfrm>
        </p:grpSpPr>
        <p:cxnSp>
          <p:nvCxnSpPr>
            <p:cNvPr id="8500" name="Google Shape;8500;p82"/>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501" name="Google Shape;8501;p82"/>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502" name="Google Shape;8502;p82"/>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503" name="Google Shape;8503;p82"/>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504" name="Google Shape;8504;p82"/>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505" name="Google Shape;8505;p82"/>
          <p:cNvGrpSpPr/>
          <p:nvPr/>
        </p:nvGrpSpPr>
        <p:grpSpPr>
          <a:xfrm>
            <a:off x="2338472" y="2459663"/>
            <a:ext cx="836286" cy="824529"/>
            <a:chOff x="2389399" y="2595741"/>
            <a:chExt cx="812796" cy="801369"/>
          </a:xfrm>
        </p:grpSpPr>
        <p:grpSp>
          <p:nvGrpSpPr>
            <p:cNvPr id="8506" name="Google Shape;8506;p82"/>
            <p:cNvGrpSpPr/>
            <p:nvPr/>
          </p:nvGrpSpPr>
          <p:grpSpPr>
            <a:xfrm>
              <a:off x="2492145" y="2881565"/>
              <a:ext cx="607300" cy="229751"/>
              <a:chOff x="2492145" y="2881565"/>
              <a:chExt cx="607300" cy="229751"/>
            </a:xfrm>
          </p:grpSpPr>
          <p:sp>
            <p:nvSpPr>
              <p:cNvPr id="8507" name="Google Shape;8507;p82"/>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2"/>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2"/>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0" name="Google Shape;8510;p82"/>
            <p:cNvGrpSpPr/>
            <p:nvPr/>
          </p:nvGrpSpPr>
          <p:grpSpPr>
            <a:xfrm>
              <a:off x="2389399" y="2595741"/>
              <a:ext cx="812796" cy="296825"/>
              <a:chOff x="2389399" y="2595741"/>
              <a:chExt cx="812796" cy="296825"/>
            </a:xfrm>
          </p:grpSpPr>
          <p:grpSp>
            <p:nvGrpSpPr>
              <p:cNvPr id="8511" name="Google Shape;8511;p82"/>
              <p:cNvGrpSpPr/>
              <p:nvPr/>
            </p:nvGrpSpPr>
            <p:grpSpPr>
              <a:xfrm>
                <a:off x="2389399" y="2595741"/>
                <a:ext cx="363638" cy="296825"/>
                <a:chOff x="2389399" y="2595741"/>
                <a:chExt cx="363638" cy="296825"/>
              </a:xfrm>
            </p:grpSpPr>
            <p:grpSp>
              <p:nvGrpSpPr>
                <p:cNvPr id="8512" name="Google Shape;8512;p82"/>
                <p:cNvGrpSpPr/>
                <p:nvPr/>
              </p:nvGrpSpPr>
              <p:grpSpPr>
                <a:xfrm>
                  <a:off x="2493852" y="2794333"/>
                  <a:ext cx="259185" cy="98232"/>
                  <a:chOff x="2493852" y="2794333"/>
                  <a:chExt cx="259185" cy="98232"/>
                </a:xfrm>
              </p:grpSpPr>
              <p:sp>
                <p:nvSpPr>
                  <p:cNvPr id="8513" name="Google Shape;8513;p82"/>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2"/>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2"/>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6" name="Google Shape;8516;p82"/>
                <p:cNvGrpSpPr/>
                <p:nvPr/>
              </p:nvGrpSpPr>
              <p:grpSpPr>
                <a:xfrm>
                  <a:off x="2389399" y="2595741"/>
                  <a:ext cx="224343" cy="182054"/>
                  <a:chOff x="2389399" y="2595741"/>
                  <a:chExt cx="224343" cy="182054"/>
                </a:xfrm>
              </p:grpSpPr>
              <p:sp>
                <p:nvSpPr>
                  <p:cNvPr id="8517" name="Google Shape;8517;p82"/>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2"/>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19" name="Google Shape;8519;p82"/>
              <p:cNvGrpSpPr/>
              <p:nvPr/>
            </p:nvGrpSpPr>
            <p:grpSpPr>
              <a:xfrm>
                <a:off x="2683630" y="2595741"/>
                <a:ext cx="224334" cy="296825"/>
                <a:chOff x="2683630" y="2595741"/>
                <a:chExt cx="224334" cy="296825"/>
              </a:xfrm>
            </p:grpSpPr>
            <p:grpSp>
              <p:nvGrpSpPr>
                <p:cNvPr id="8520" name="Google Shape;8520;p82"/>
                <p:cNvGrpSpPr/>
                <p:nvPr/>
              </p:nvGrpSpPr>
              <p:grpSpPr>
                <a:xfrm>
                  <a:off x="2788083" y="2794333"/>
                  <a:ext cx="15356" cy="98232"/>
                  <a:chOff x="2788083" y="2794333"/>
                  <a:chExt cx="15356" cy="98232"/>
                </a:xfrm>
              </p:grpSpPr>
              <p:sp>
                <p:nvSpPr>
                  <p:cNvPr id="8521" name="Google Shape;8521;p82"/>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2"/>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2"/>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4" name="Google Shape;8524;p82"/>
                <p:cNvGrpSpPr/>
                <p:nvPr/>
              </p:nvGrpSpPr>
              <p:grpSpPr>
                <a:xfrm>
                  <a:off x="2683630" y="2595741"/>
                  <a:ext cx="224334" cy="182054"/>
                  <a:chOff x="2683630" y="2595741"/>
                  <a:chExt cx="224334" cy="182054"/>
                </a:xfrm>
              </p:grpSpPr>
              <p:sp>
                <p:nvSpPr>
                  <p:cNvPr id="8525" name="Google Shape;8525;p82"/>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2"/>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27" name="Google Shape;8527;p82"/>
              <p:cNvGrpSpPr/>
              <p:nvPr/>
            </p:nvGrpSpPr>
            <p:grpSpPr>
              <a:xfrm>
                <a:off x="2838475" y="2595741"/>
                <a:ext cx="363719" cy="296825"/>
                <a:chOff x="2838475" y="2595741"/>
                <a:chExt cx="363719" cy="296825"/>
              </a:xfrm>
            </p:grpSpPr>
            <p:grpSp>
              <p:nvGrpSpPr>
                <p:cNvPr id="8528" name="Google Shape;8528;p82"/>
                <p:cNvGrpSpPr/>
                <p:nvPr/>
              </p:nvGrpSpPr>
              <p:grpSpPr>
                <a:xfrm>
                  <a:off x="2838475" y="2794333"/>
                  <a:ext cx="259185" cy="98232"/>
                  <a:chOff x="2838475" y="2794333"/>
                  <a:chExt cx="259185" cy="98232"/>
                </a:xfrm>
              </p:grpSpPr>
              <p:sp>
                <p:nvSpPr>
                  <p:cNvPr id="8529" name="Google Shape;8529;p82"/>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2"/>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2"/>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2" name="Google Shape;8532;p82"/>
                <p:cNvGrpSpPr/>
                <p:nvPr/>
              </p:nvGrpSpPr>
              <p:grpSpPr>
                <a:xfrm>
                  <a:off x="2977852" y="2595741"/>
                  <a:ext cx="224343" cy="182054"/>
                  <a:chOff x="2977852" y="2595741"/>
                  <a:chExt cx="224343" cy="182054"/>
                </a:xfrm>
              </p:grpSpPr>
              <p:sp>
                <p:nvSpPr>
                  <p:cNvPr id="8533" name="Google Shape;8533;p82"/>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2"/>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35" name="Google Shape;8535;p82"/>
            <p:cNvGrpSpPr/>
            <p:nvPr/>
          </p:nvGrpSpPr>
          <p:grpSpPr>
            <a:xfrm>
              <a:off x="2389399" y="3100241"/>
              <a:ext cx="812796" cy="296869"/>
              <a:chOff x="2389399" y="3100241"/>
              <a:chExt cx="812796" cy="296869"/>
            </a:xfrm>
          </p:grpSpPr>
          <p:grpSp>
            <p:nvGrpSpPr>
              <p:cNvPr id="8536" name="Google Shape;8536;p82"/>
              <p:cNvGrpSpPr/>
              <p:nvPr/>
            </p:nvGrpSpPr>
            <p:grpSpPr>
              <a:xfrm>
                <a:off x="2683630" y="3100241"/>
                <a:ext cx="224334" cy="296869"/>
                <a:chOff x="2683630" y="3100241"/>
                <a:chExt cx="224334" cy="296869"/>
              </a:xfrm>
            </p:grpSpPr>
            <p:grpSp>
              <p:nvGrpSpPr>
                <p:cNvPr id="8537" name="Google Shape;8537;p82"/>
                <p:cNvGrpSpPr/>
                <p:nvPr/>
              </p:nvGrpSpPr>
              <p:grpSpPr>
                <a:xfrm>
                  <a:off x="2788083" y="3100241"/>
                  <a:ext cx="15356" cy="98237"/>
                  <a:chOff x="2788083" y="3100241"/>
                  <a:chExt cx="15356" cy="98237"/>
                </a:xfrm>
              </p:grpSpPr>
              <p:sp>
                <p:nvSpPr>
                  <p:cNvPr id="8538" name="Google Shape;8538;p82"/>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2"/>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2"/>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82"/>
                <p:cNvGrpSpPr/>
                <p:nvPr/>
              </p:nvGrpSpPr>
              <p:grpSpPr>
                <a:xfrm>
                  <a:off x="2683630" y="3215065"/>
                  <a:ext cx="224334" cy="182045"/>
                  <a:chOff x="2683630" y="3215065"/>
                  <a:chExt cx="224334" cy="182045"/>
                </a:xfrm>
              </p:grpSpPr>
              <p:sp>
                <p:nvSpPr>
                  <p:cNvPr id="8542" name="Google Shape;8542;p82"/>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2"/>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44" name="Google Shape;8544;p82"/>
              <p:cNvGrpSpPr/>
              <p:nvPr/>
            </p:nvGrpSpPr>
            <p:grpSpPr>
              <a:xfrm>
                <a:off x="2389399" y="3100241"/>
                <a:ext cx="363638" cy="296869"/>
                <a:chOff x="2389399" y="3100241"/>
                <a:chExt cx="363638" cy="296869"/>
              </a:xfrm>
            </p:grpSpPr>
            <p:grpSp>
              <p:nvGrpSpPr>
                <p:cNvPr id="8545" name="Google Shape;8545;p82"/>
                <p:cNvGrpSpPr/>
                <p:nvPr/>
              </p:nvGrpSpPr>
              <p:grpSpPr>
                <a:xfrm>
                  <a:off x="2493852" y="3100241"/>
                  <a:ext cx="259185" cy="98237"/>
                  <a:chOff x="2493852" y="3100241"/>
                  <a:chExt cx="259185" cy="98237"/>
                </a:xfrm>
              </p:grpSpPr>
              <p:sp>
                <p:nvSpPr>
                  <p:cNvPr id="8546" name="Google Shape;8546;p82"/>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2"/>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2"/>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9" name="Google Shape;8549;p82"/>
                <p:cNvGrpSpPr/>
                <p:nvPr/>
              </p:nvGrpSpPr>
              <p:grpSpPr>
                <a:xfrm>
                  <a:off x="2389399" y="3215065"/>
                  <a:ext cx="224343" cy="182045"/>
                  <a:chOff x="2389399" y="3215065"/>
                  <a:chExt cx="224343" cy="182045"/>
                </a:xfrm>
              </p:grpSpPr>
              <p:sp>
                <p:nvSpPr>
                  <p:cNvPr id="8550" name="Google Shape;8550;p82"/>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2"/>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2" name="Google Shape;8552;p82"/>
              <p:cNvGrpSpPr/>
              <p:nvPr/>
            </p:nvGrpSpPr>
            <p:grpSpPr>
              <a:xfrm>
                <a:off x="2838475" y="3100241"/>
                <a:ext cx="363719" cy="296869"/>
                <a:chOff x="2838475" y="3100241"/>
                <a:chExt cx="363719" cy="296869"/>
              </a:xfrm>
            </p:grpSpPr>
            <p:grpSp>
              <p:nvGrpSpPr>
                <p:cNvPr id="8553" name="Google Shape;8553;p82"/>
                <p:cNvGrpSpPr/>
                <p:nvPr/>
              </p:nvGrpSpPr>
              <p:grpSpPr>
                <a:xfrm>
                  <a:off x="2838475" y="3100241"/>
                  <a:ext cx="259185" cy="98237"/>
                  <a:chOff x="2838475" y="3100241"/>
                  <a:chExt cx="259185" cy="98237"/>
                </a:xfrm>
              </p:grpSpPr>
              <p:sp>
                <p:nvSpPr>
                  <p:cNvPr id="8554" name="Google Shape;8554;p82"/>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2"/>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2"/>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7" name="Google Shape;8557;p82"/>
                <p:cNvGrpSpPr/>
                <p:nvPr/>
              </p:nvGrpSpPr>
              <p:grpSpPr>
                <a:xfrm>
                  <a:off x="2977852" y="3215065"/>
                  <a:ext cx="224343" cy="182045"/>
                  <a:chOff x="2977852" y="3215065"/>
                  <a:chExt cx="224343" cy="182045"/>
                </a:xfrm>
              </p:grpSpPr>
              <p:sp>
                <p:nvSpPr>
                  <p:cNvPr id="8558" name="Google Shape;8558;p82"/>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2"/>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563"/>
        <p:cNvGrpSpPr/>
        <p:nvPr/>
      </p:nvGrpSpPr>
      <p:grpSpPr>
        <a:xfrm>
          <a:off x="0" y="0"/>
          <a:ext cx="0" cy="0"/>
          <a:chOff x="0" y="0"/>
          <a:chExt cx="0" cy="0"/>
        </a:xfrm>
      </p:grpSpPr>
      <p:grpSp>
        <p:nvGrpSpPr>
          <p:cNvPr id="8564" name="Google Shape;8564;p83"/>
          <p:cNvGrpSpPr/>
          <p:nvPr/>
        </p:nvGrpSpPr>
        <p:grpSpPr>
          <a:xfrm>
            <a:off x="702075" y="3155925"/>
            <a:ext cx="2390414" cy="1024800"/>
            <a:chOff x="728925" y="3296613"/>
            <a:chExt cx="2390414" cy="1024800"/>
          </a:xfrm>
        </p:grpSpPr>
        <p:grpSp>
          <p:nvGrpSpPr>
            <p:cNvPr id="8565" name="Google Shape;8565;p83"/>
            <p:cNvGrpSpPr/>
            <p:nvPr/>
          </p:nvGrpSpPr>
          <p:grpSpPr>
            <a:xfrm>
              <a:off x="728925" y="3619800"/>
              <a:ext cx="2390414" cy="500893"/>
              <a:chOff x="728925" y="3619800"/>
              <a:chExt cx="2390414" cy="500893"/>
            </a:xfrm>
          </p:grpSpPr>
          <p:sp>
            <p:nvSpPr>
              <p:cNvPr id="8566" name="Google Shape;8566;p83"/>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67" name="Google Shape;8567;p83"/>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568" name="Google Shape;8568;p83"/>
            <p:cNvGrpSpPr/>
            <p:nvPr/>
          </p:nvGrpSpPr>
          <p:grpSpPr>
            <a:xfrm>
              <a:off x="1348050" y="3296613"/>
              <a:ext cx="1706152" cy="1024800"/>
              <a:chOff x="1348050" y="3296613"/>
              <a:chExt cx="1706152" cy="1024800"/>
            </a:xfrm>
          </p:grpSpPr>
          <p:sp>
            <p:nvSpPr>
              <p:cNvPr id="8569" name="Google Shape;8569;p83"/>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70" name="Google Shape;8570;p83"/>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71" name="Google Shape;8571;p83"/>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72" name="Google Shape;8572;p83"/>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73" name="Google Shape;8573;p83"/>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574" name="Google Shape;8574;p83"/>
            <p:cNvGrpSpPr/>
            <p:nvPr/>
          </p:nvGrpSpPr>
          <p:grpSpPr>
            <a:xfrm>
              <a:off x="1455707" y="3654858"/>
              <a:ext cx="1491150" cy="417657"/>
              <a:chOff x="1455707" y="3654858"/>
              <a:chExt cx="1491150" cy="417657"/>
            </a:xfrm>
          </p:grpSpPr>
          <p:sp>
            <p:nvSpPr>
              <p:cNvPr id="8575" name="Google Shape;8575;p83"/>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3"/>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3"/>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3"/>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3"/>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3"/>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3"/>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3"/>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3"/>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3"/>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3"/>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3"/>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3"/>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3"/>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3"/>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3"/>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3"/>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3"/>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3"/>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3"/>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595" name="Google Shape;8595;p83"/>
          <p:cNvGraphicFramePr/>
          <p:nvPr/>
        </p:nvGraphicFramePr>
        <p:xfrm>
          <a:off x="5937775" y="2153837"/>
          <a:ext cx="3000000" cy="3000000"/>
        </p:xfrm>
        <a:graphic>
          <a:graphicData uri="http://schemas.openxmlformats.org/drawingml/2006/table">
            <a:tbl>
              <a:tblPr>
                <a:noFill/>
                <a:tableStyleId>{47C815E7-6678-408B-873E-C4F260DD84D2}</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596" name="Google Shape;8596;p83"/>
          <p:cNvGrpSpPr/>
          <p:nvPr/>
        </p:nvGrpSpPr>
        <p:grpSpPr>
          <a:xfrm>
            <a:off x="710451" y="981601"/>
            <a:ext cx="2396505" cy="976502"/>
            <a:chOff x="749309" y="1112739"/>
            <a:chExt cx="2371603" cy="976502"/>
          </a:xfrm>
        </p:grpSpPr>
        <p:grpSp>
          <p:nvGrpSpPr>
            <p:cNvPr id="8597" name="Google Shape;8597;p83"/>
            <p:cNvGrpSpPr/>
            <p:nvPr/>
          </p:nvGrpSpPr>
          <p:grpSpPr>
            <a:xfrm>
              <a:off x="1092126" y="1112739"/>
              <a:ext cx="2028786" cy="975464"/>
              <a:chOff x="1092126" y="1112739"/>
              <a:chExt cx="2028786" cy="975464"/>
            </a:xfrm>
          </p:grpSpPr>
          <p:sp>
            <p:nvSpPr>
              <p:cNvPr id="8598" name="Google Shape;8598;p83"/>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3"/>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3"/>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3"/>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3"/>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3"/>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3"/>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3"/>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3"/>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3"/>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3"/>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83"/>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3"/>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3"/>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3"/>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3"/>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3"/>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3"/>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3"/>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3"/>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3"/>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3"/>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3"/>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3"/>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2" name="Google Shape;8622;p83"/>
            <p:cNvGrpSpPr/>
            <p:nvPr/>
          </p:nvGrpSpPr>
          <p:grpSpPr>
            <a:xfrm>
              <a:off x="749309" y="1112739"/>
              <a:ext cx="314700" cy="975464"/>
              <a:chOff x="749309" y="1112739"/>
              <a:chExt cx="314700" cy="975464"/>
            </a:xfrm>
          </p:grpSpPr>
          <p:sp>
            <p:nvSpPr>
              <p:cNvPr id="8623" name="Google Shape;8623;p83"/>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3"/>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3"/>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3"/>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7" name="Google Shape;8627;p8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631" name="Google Shape;8631;p83"/>
          <p:cNvGraphicFramePr/>
          <p:nvPr/>
        </p:nvGraphicFramePr>
        <p:xfrm>
          <a:off x="5937800" y="981587"/>
          <a:ext cx="3000000" cy="3000000"/>
        </p:xfrm>
        <a:graphic>
          <a:graphicData uri="http://schemas.openxmlformats.org/drawingml/2006/table">
            <a:tbl>
              <a:tblPr>
                <a:noFill/>
                <a:tableStyleId>{47C815E7-6678-408B-873E-C4F260DD84D2}</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632" name="Google Shape;8632;p83"/>
          <p:cNvGraphicFramePr/>
          <p:nvPr/>
        </p:nvGraphicFramePr>
        <p:xfrm>
          <a:off x="3358663" y="2153837"/>
          <a:ext cx="3000000" cy="3000000"/>
        </p:xfrm>
        <a:graphic>
          <a:graphicData uri="http://schemas.openxmlformats.org/drawingml/2006/table">
            <a:tbl>
              <a:tblPr>
                <a:noFill/>
                <a:tableStyleId>{47C815E7-6678-408B-873E-C4F260DD84D2}</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633" name="Google Shape;8633;p83"/>
          <p:cNvGrpSpPr/>
          <p:nvPr/>
        </p:nvGrpSpPr>
        <p:grpSpPr>
          <a:xfrm>
            <a:off x="3360649" y="3144798"/>
            <a:ext cx="2363377" cy="1047062"/>
            <a:chOff x="3358399" y="3285485"/>
            <a:chExt cx="2363377" cy="1047062"/>
          </a:xfrm>
        </p:grpSpPr>
        <p:grpSp>
          <p:nvGrpSpPr>
            <p:cNvPr id="8634" name="Google Shape;8634;p83"/>
            <p:cNvGrpSpPr/>
            <p:nvPr/>
          </p:nvGrpSpPr>
          <p:grpSpPr>
            <a:xfrm>
              <a:off x="3358412" y="3285485"/>
              <a:ext cx="2363244" cy="139500"/>
              <a:chOff x="3358412" y="3285485"/>
              <a:chExt cx="2363244" cy="139500"/>
            </a:xfrm>
          </p:grpSpPr>
          <p:sp>
            <p:nvSpPr>
              <p:cNvPr id="8635" name="Google Shape;8635;p83"/>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3"/>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3"/>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3"/>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3"/>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0" name="Google Shape;8640;p83"/>
            <p:cNvGrpSpPr/>
            <p:nvPr/>
          </p:nvGrpSpPr>
          <p:grpSpPr>
            <a:xfrm>
              <a:off x="3358412" y="3466996"/>
              <a:ext cx="2363244" cy="139500"/>
              <a:chOff x="3358412" y="3466996"/>
              <a:chExt cx="2363244" cy="139500"/>
            </a:xfrm>
          </p:grpSpPr>
          <p:sp>
            <p:nvSpPr>
              <p:cNvPr id="8641" name="Google Shape;8641;p83"/>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3"/>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3"/>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3"/>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3"/>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6" name="Google Shape;8646;p83"/>
            <p:cNvGrpSpPr/>
            <p:nvPr/>
          </p:nvGrpSpPr>
          <p:grpSpPr>
            <a:xfrm>
              <a:off x="3358412" y="3648507"/>
              <a:ext cx="2363244" cy="139500"/>
              <a:chOff x="3358412" y="3648507"/>
              <a:chExt cx="2363244" cy="139500"/>
            </a:xfrm>
          </p:grpSpPr>
          <p:sp>
            <p:nvSpPr>
              <p:cNvPr id="8647" name="Google Shape;8647;p83"/>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3"/>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3"/>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3"/>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3"/>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2" name="Google Shape;8652;p83"/>
            <p:cNvGrpSpPr/>
            <p:nvPr/>
          </p:nvGrpSpPr>
          <p:grpSpPr>
            <a:xfrm>
              <a:off x="3358412" y="3830018"/>
              <a:ext cx="2363244" cy="139500"/>
              <a:chOff x="3358412" y="3830018"/>
              <a:chExt cx="2363244" cy="139500"/>
            </a:xfrm>
          </p:grpSpPr>
          <p:sp>
            <p:nvSpPr>
              <p:cNvPr id="8653" name="Google Shape;8653;p83"/>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3"/>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3"/>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3"/>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83"/>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8" name="Google Shape;8658;p83"/>
            <p:cNvGrpSpPr/>
            <p:nvPr/>
          </p:nvGrpSpPr>
          <p:grpSpPr>
            <a:xfrm>
              <a:off x="3358399" y="4011514"/>
              <a:ext cx="2363377" cy="139537"/>
              <a:chOff x="3294800" y="4134603"/>
              <a:chExt cx="2638876" cy="152400"/>
            </a:xfrm>
          </p:grpSpPr>
          <p:sp>
            <p:nvSpPr>
              <p:cNvPr id="8659" name="Google Shape;8659;p83"/>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83"/>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83"/>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3"/>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3"/>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4" name="Google Shape;8664;p83"/>
            <p:cNvGrpSpPr/>
            <p:nvPr/>
          </p:nvGrpSpPr>
          <p:grpSpPr>
            <a:xfrm>
              <a:off x="3358399" y="4193010"/>
              <a:ext cx="2363377" cy="139537"/>
              <a:chOff x="3294800" y="4134603"/>
              <a:chExt cx="2638876" cy="152400"/>
            </a:xfrm>
          </p:grpSpPr>
          <p:sp>
            <p:nvSpPr>
              <p:cNvPr id="8665" name="Google Shape;8665;p83"/>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83"/>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3"/>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3"/>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3"/>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670" name="Google Shape;8670;p83"/>
          <p:cNvGraphicFramePr/>
          <p:nvPr/>
        </p:nvGraphicFramePr>
        <p:xfrm>
          <a:off x="711450" y="2153837"/>
          <a:ext cx="3000000" cy="3000000"/>
        </p:xfrm>
        <a:graphic>
          <a:graphicData uri="http://schemas.openxmlformats.org/drawingml/2006/table">
            <a:tbl>
              <a:tblPr>
                <a:noFill/>
                <a:tableStyleId>{47C815E7-6678-408B-873E-C4F260DD84D2}</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671" name="Google Shape;8671;p83"/>
          <p:cNvGrpSpPr/>
          <p:nvPr/>
        </p:nvGrpSpPr>
        <p:grpSpPr>
          <a:xfrm>
            <a:off x="4161119" y="2557652"/>
            <a:ext cx="1302095" cy="60959"/>
            <a:chOff x="3558802" y="4011427"/>
            <a:chExt cx="1866000" cy="111300"/>
          </a:xfrm>
        </p:grpSpPr>
        <p:sp>
          <p:nvSpPr>
            <p:cNvPr id="8672" name="Google Shape;8672;p8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83"/>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4" name="Google Shape;8674;p83"/>
          <p:cNvGrpSpPr/>
          <p:nvPr/>
        </p:nvGrpSpPr>
        <p:grpSpPr>
          <a:xfrm>
            <a:off x="4706607" y="2839811"/>
            <a:ext cx="914340" cy="60959"/>
            <a:chOff x="3558802" y="4011427"/>
            <a:chExt cx="1866000" cy="111300"/>
          </a:xfrm>
        </p:grpSpPr>
        <p:sp>
          <p:nvSpPr>
            <p:cNvPr id="8675" name="Google Shape;8675;p8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83"/>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7" name="Google Shape;8677;p83"/>
          <p:cNvGrpSpPr/>
          <p:nvPr/>
        </p:nvGrpSpPr>
        <p:grpSpPr>
          <a:xfrm>
            <a:off x="5874449" y="3167609"/>
            <a:ext cx="2519825" cy="1001454"/>
            <a:chOff x="1906114" y="789980"/>
            <a:chExt cx="1487676" cy="606868"/>
          </a:xfrm>
        </p:grpSpPr>
        <p:cxnSp>
          <p:nvCxnSpPr>
            <p:cNvPr id="8678" name="Google Shape;8678;p83"/>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679" name="Google Shape;8679;p83"/>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680" name="Google Shape;8680;p83"/>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681" name="Google Shape;8681;p83"/>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8682" name="Google Shape;8682;p83"/>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8683" name="Google Shape;8683;p83"/>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8684" name="Google Shape;8684;p83"/>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8685" name="Google Shape;8685;p8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8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8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8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83"/>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8692" name="Google Shape;8692;p83"/>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693" name="Google Shape;8693;p83"/>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694" name="Google Shape;8694;p8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5" name="Google Shape;8695;p83"/>
          <p:cNvGrpSpPr/>
          <p:nvPr/>
        </p:nvGrpSpPr>
        <p:grpSpPr>
          <a:xfrm>
            <a:off x="3355812" y="951645"/>
            <a:ext cx="2363393" cy="1005865"/>
            <a:chOff x="3292400" y="1193188"/>
            <a:chExt cx="2615240" cy="1131075"/>
          </a:xfrm>
        </p:grpSpPr>
        <p:sp>
          <p:nvSpPr>
            <p:cNvPr id="8696" name="Google Shape;8696;p83"/>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97" name="Google Shape;8697;p83"/>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98" name="Google Shape;8698;p83"/>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8699" name="Google Shape;8699;p83"/>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8700" name="Google Shape;8700;p83"/>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8701" name="Google Shape;8701;p83"/>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8702" name="Google Shape;8702;p83"/>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8703" name="Google Shape;8703;p83"/>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8704" name="Google Shape;8704;p83"/>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8705" name="Google Shape;8705;p83"/>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8706" name="Google Shape;8706;p83"/>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07" name="Google Shape;8707;p83"/>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708" name="Google Shape;8708;p83"/>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09" name="Google Shape;8709;p83"/>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710" name="Google Shape;8710;p83"/>
            <p:cNvGrpSpPr/>
            <p:nvPr/>
          </p:nvGrpSpPr>
          <p:grpSpPr>
            <a:xfrm>
              <a:off x="3748438" y="1378608"/>
              <a:ext cx="2159202" cy="903971"/>
              <a:chOff x="1683525" y="2179850"/>
              <a:chExt cx="4519050" cy="2134525"/>
            </a:xfrm>
          </p:grpSpPr>
          <p:sp>
            <p:nvSpPr>
              <p:cNvPr id="8711" name="Google Shape;8711;p8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12" name="Google Shape;8712;p8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13" name="Google Shape;8713;p8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14" name="Google Shape;8714;p8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15" name="Google Shape;8715;p8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16" name="Google Shape;8716;p8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17" name="Google Shape;8717;p8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18" name="Google Shape;8718;p8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19" name="Google Shape;8719;p8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20" name="Google Shape;8720;p8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21" name="Google Shape;8721;p8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722" name="Google Shape;8722;p8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726"/>
        <p:cNvGrpSpPr/>
        <p:nvPr/>
      </p:nvGrpSpPr>
      <p:grpSpPr>
        <a:xfrm>
          <a:off x="0" y="0"/>
          <a:ext cx="0" cy="0"/>
          <a:chOff x="0" y="0"/>
          <a:chExt cx="0" cy="0"/>
        </a:xfrm>
      </p:grpSpPr>
      <p:grpSp>
        <p:nvGrpSpPr>
          <p:cNvPr id="8727" name="Google Shape;8727;p84"/>
          <p:cNvGrpSpPr/>
          <p:nvPr/>
        </p:nvGrpSpPr>
        <p:grpSpPr>
          <a:xfrm>
            <a:off x="4796684" y="970929"/>
            <a:ext cx="745431" cy="718863"/>
            <a:chOff x="4249973" y="1201875"/>
            <a:chExt cx="1958568" cy="1888762"/>
          </a:xfrm>
        </p:grpSpPr>
        <p:sp>
          <p:nvSpPr>
            <p:cNvPr id="8728" name="Google Shape;8728;p84"/>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9" name="Google Shape;8729;p84"/>
            <p:cNvGrpSpPr/>
            <p:nvPr/>
          </p:nvGrpSpPr>
          <p:grpSpPr>
            <a:xfrm>
              <a:off x="5853086" y="1789142"/>
              <a:ext cx="355454" cy="1048099"/>
              <a:chOff x="5576108" y="2016725"/>
              <a:chExt cx="565200" cy="1666560"/>
            </a:xfrm>
          </p:grpSpPr>
          <p:sp>
            <p:nvSpPr>
              <p:cNvPr id="8730" name="Google Shape;8730;p84"/>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31" name="Google Shape;8731;p8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2" name="Google Shape;8732;p84"/>
            <p:cNvGrpSpPr/>
            <p:nvPr/>
          </p:nvGrpSpPr>
          <p:grpSpPr>
            <a:xfrm>
              <a:off x="4869455" y="2691676"/>
              <a:ext cx="1013897" cy="398961"/>
              <a:chOff x="4012057" y="3451825"/>
              <a:chExt cx="1612175" cy="634379"/>
            </a:xfrm>
          </p:grpSpPr>
          <p:sp>
            <p:nvSpPr>
              <p:cNvPr id="8733" name="Google Shape;8733;p84"/>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34" name="Google Shape;8734;p8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5" name="Google Shape;8735;p84"/>
            <p:cNvGrpSpPr/>
            <p:nvPr/>
          </p:nvGrpSpPr>
          <p:grpSpPr>
            <a:xfrm>
              <a:off x="4276937" y="2155961"/>
              <a:ext cx="651965" cy="891358"/>
              <a:chOff x="3069908" y="2599997"/>
              <a:chExt cx="1036675" cy="1417328"/>
            </a:xfrm>
          </p:grpSpPr>
          <p:sp>
            <p:nvSpPr>
              <p:cNvPr id="8736" name="Google Shape;8736;p84"/>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37" name="Google Shape;8737;p8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8" name="Google Shape;8738;p84"/>
            <p:cNvGrpSpPr/>
            <p:nvPr/>
          </p:nvGrpSpPr>
          <p:grpSpPr>
            <a:xfrm>
              <a:off x="5054918" y="1201875"/>
              <a:ext cx="999548" cy="602711"/>
              <a:chOff x="4306958" y="1082925"/>
              <a:chExt cx="1589359" cy="958358"/>
            </a:xfrm>
          </p:grpSpPr>
          <p:sp>
            <p:nvSpPr>
              <p:cNvPr id="8739" name="Google Shape;8739;p84"/>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40" name="Google Shape;8740;p8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1" name="Google Shape;8741;p84"/>
            <p:cNvGrpSpPr/>
            <p:nvPr/>
          </p:nvGrpSpPr>
          <p:grpSpPr>
            <a:xfrm>
              <a:off x="4249973" y="1303451"/>
              <a:ext cx="799317" cy="841334"/>
              <a:chOff x="3027033" y="1244439"/>
              <a:chExt cx="1270977" cy="1337786"/>
            </a:xfrm>
          </p:grpSpPr>
          <p:sp>
            <p:nvSpPr>
              <p:cNvPr id="8742" name="Google Shape;8742;p84"/>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43" name="Google Shape;8743;p8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44" name="Google Shape;8744;p84"/>
          <p:cNvGrpSpPr/>
          <p:nvPr/>
        </p:nvGrpSpPr>
        <p:grpSpPr>
          <a:xfrm>
            <a:off x="713057" y="1849378"/>
            <a:ext cx="761767" cy="729896"/>
            <a:chOff x="2657744" y="2337745"/>
            <a:chExt cx="832987" cy="798137"/>
          </a:xfrm>
        </p:grpSpPr>
        <p:sp>
          <p:nvSpPr>
            <p:cNvPr id="8745" name="Google Shape;8745;p84"/>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4"/>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4"/>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1" name="Google Shape;8751;p84"/>
          <p:cNvGrpSpPr/>
          <p:nvPr/>
        </p:nvGrpSpPr>
        <p:grpSpPr>
          <a:xfrm>
            <a:off x="3224022" y="1852584"/>
            <a:ext cx="685569" cy="723586"/>
            <a:chOff x="3398134" y="2057755"/>
            <a:chExt cx="704087" cy="743130"/>
          </a:xfrm>
        </p:grpSpPr>
        <p:grpSp>
          <p:nvGrpSpPr>
            <p:cNvPr id="8752" name="Google Shape;8752;p84"/>
            <p:cNvGrpSpPr/>
            <p:nvPr/>
          </p:nvGrpSpPr>
          <p:grpSpPr>
            <a:xfrm>
              <a:off x="3398134" y="2290183"/>
              <a:ext cx="315300" cy="219900"/>
              <a:chOff x="3398134" y="2290183"/>
              <a:chExt cx="315300" cy="219900"/>
            </a:xfrm>
          </p:grpSpPr>
          <p:sp>
            <p:nvSpPr>
              <p:cNvPr id="8753" name="Google Shape;8753;p84"/>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54" name="Google Shape;8754;p84"/>
              <p:cNvCxnSpPr>
                <a:stCxn id="8753"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755" name="Google Shape;8755;p84"/>
            <p:cNvGrpSpPr/>
            <p:nvPr/>
          </p:nvGrpSpPr>
          <p:grpSpPr>
            <a:xfrm>
              <a:off x="3547823" y="2467358"/>
              <a:ext cx="219900" cy="333527"/>
              <a:chOff x="3547823" y="2467358"/>
              <a:chExt cx="219900" cy="333527"/>
            </a:xfrm>
          </p:grpSpPr>
          <p:sp>
            <p:nvSpPr>
              <p:cNvPr id="8756" name="Google Shape;8756;p84"/>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57" name="Google Shape;8757;p84"/>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758" name="Google Shape;8758;p84"/>
            <p:cNvGrpSpPr/>
            <p:nvPr/>
          </p:nvGrpSpPr>
          <p:grpSpPr>
            <a:xfrm>
              <a:off x="3734138" y="2467358"/>
              <a:ext cx="219900" cy="333527"/>
              <a:chOff x="3734138" y="2467358"/>
              <a:chExt cx="219900" cy="333527"/>
            </a:xfrm>
          </p:grpSpPr>
          <p:sp>
            <p:nvSpPr>
              <p:cNvPr id="8759" name="Google Shape;8759;p84"/>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60" name="Google Shape;8760;p84"/>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761" name="Google Shape;8761;p84"/>
            <p:cNvGrpSpPr/>
            <p:nvPr/>
          </p:nvGrpSpPr>
          <p:grpSpPr>
            <a:xfrm>
              <a:off x="3787560" y="2288011"/>
              <a:ext cx="314661" cy="219900"/>
              <a:chOff x="3787560" y="2288011"/>
              <a:chExt cx="314661" cy="219900"/>
            </a:xfrm>
          </p:grpSpPr>
          <p:sp>
            <p:nvSpPr>
              <p:cNvPr id="8762" name="Google Shape;8762;p84"/>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63" name="Google Shape;8763;p84"/>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764" name="Google Shape;8764;p84"/>
            <p:cNvGrpSpPr/>
            <p:nvPr/>
          </p:nvGrpSpPr>
          <p:grpSpPr>
            <a:xfrm>
              <a:off x="3637290" y="2057755"/>
              <a:ext cx="219900" cy="335499"/>
              <a:chOff x="3637290" y="2057755"/>
              <a:chExt cx="219900" cy="335499"/>
            </a:xfrm>
          </p:grpSpPr>
          <p:sp>
            <p:nvSpPr>
              <p:cNvPr id="8765" name="Google Shape;8765;p84"/>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766" name="Google Shape;8766;p84"/>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767" name="Google Shape;8767;p84"/>
          <p:cNvGrpSpPr/>
          <p:nvPr/>
        </p:nvGrpSpPr>
        <p:grpSpPr>
          <a:xfrm>
            <a:off x="4899244" y="1859280"/>
            <a:ext cx="710153" cy="710153"/>
            <a:chOff x="5007123" y="2079403"/>
            <a:chExt cx="687600" cy="687600"/>
          </a:xfrm>
        </p:grpSpPr>
        <p:sp>
          <p:nvSpPr>
            <p:cNvPr id="8768" name="Google Shape;8768;p84"/>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4"/>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4"/>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4"/>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84"/>
          <p:cNvGrpSpPr/>
          <p:nvPr/>
        </p:nvGrpSpPr>
        <p:grpSpPr>
          <a:xfrm>
            <a:off x="5708681" y="1853787"/>
            <a:ext cx="720998" cy="721183"/>
            <a:chOff x="5797446" y="2063053"/>
            <a:chExt cx="698100" cy="698280"/>
          </a:xfrm>
        </p:grpSpPr>
        <p:sp>
          <p:nvSpPr>
            <p:cNvPr id="8773" name="Google Shape;8773;p84"/>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4"/>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4"/>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4"/>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7" name="Google Shape;8777;p84"/>
          <p:cNvGrpSpPr/>
          <p:nvPr/>
        </p:nvGrpSpPr>
        <p:grpSpPr>
          <a:xfrm>
            <a:off x="8153828" y="3499392"/>
            <a:ext cx="280585" cy="673164"/>
            <a:chOff x="8075075" y="3754290"/>
            <a:chExt cx="255612" cy="613194"/>
          </a:xfrm>
        </p:grpSpPr>
        <p:grpSp>
          <p:nvGrpSpPr>
            <p:cNvPr id="8778" name="Google Shape;8778;p84"/>
            <p:cNvGrpSpPr/>
            <p:nvPr/>
          </p:nvGrpSpPr>
          <p:grpSpPr>
            <a:xfrm>
              <a:off x="8075075" y="3754290"/>
              <a:ext cx="255612" cy="613194"/>
              <a:chOff x="8075075" y="3754290"/>
              <a:chExt cx="255612" cy="613194"/>
            </a:xfrm>
          </p:grpSpPr>
          <p:sp>
            <p:nvSpPr>
              <p:cNvPr id="8779" name="Google Shape;8779;p84"/>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4"/>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1" name="Google Shape;8781;p84"/>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2" name="Google Shape;8782;p84"/>
          <p:cNvGrpSpPr/>
          <p:nvPr/>
        </p:nvGrpSpPr>
        <p:grpSpPr>
          <a:xfrm>
            <a:off x="5270887" y="3488188"/>
            <a:ext cx="470352" cy="683745"/>
            <a:chOff x="1697726" y="3244179"/>
            <a:chExt cx="788124" cy="1146069"/>
          </a:xfrm>
        </p:grpSpPr>
        <p:sp>
          <p:nvSpPr>
            <p:cNvPr id="8783" name="Google Shape;8783;p8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5" name="Google Shape;8785;p84"/>
          <p:cNvSpPr/>
          <p:nvPr/>
        </p:nvSpPr>
        <p:spPr>
          <a:xfrm>
            <a:off x="8128351" y="340219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86" name="Google Shape;8786;p84"/>
          <p:cNvGrpSpPr/>
          <p:nvPr/>
        </p:nvGrpSpPr>
        <p:grpSpPr>
          <a:xfrm>
            <a:off x="5892037" y="3499390"/>
            <a:ext cx="293891" cy="293845"/>
            <a:chOff x="6134814" y="3754290"/>
            <a:chExt cx="293891" cy="293845"/>
          </a:xfrm>
        </p:grpSpPr>
        <p:sp>
          <p:nvSpPr>
            <p:cNvPr id="8787" name="Google Shape;8787;p84"/>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4"/>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9" name="Google Shape;8789;p84"/>
          <p:cNvGrpSpPr/>
          <p:nvPr/>
        </p:nvGrpSpPr>
        <p:grpSpPr>
          <a:xfrm>
            <a:off x="5892037" y="3878061"/>
            <a:ext cx="293891" cy="293891"/>
            <a:chOff x="6134814" y="4086186"/>
            <a:chExt cx="293891" cy="293891"/>
          </a:xfrm>
        </p:grpSpPr>
        <p:sp>
          <p:nvSpPr>
            <p:cNvPr id="8790" name="Google Shape;8790;p84"/>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4"/>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92" name="Google Shape;8792;p84"/>
          <p:cNvSpPr/>
          <p:nvPr/>
        </p:nvSpPr>
        <p:spPr>
          <a:xfrm>
            <a:off x="6930464" y="349858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4"/>
          <p:cNvSpPr/>
          <p:nvPr/>
        </p:nvSpPr>
        <p:spPr>
          <a:xfrm rot="10800000">
            <a:off x="6336727" y="349632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4" name="Google Shape;8794;p84"/>
          <p:cNvGrpSpPr/>
          <p:nvPr/>
        </p:nvGrpSpPr>
        <p:grpSpPr>
          <a:xfrm>
            <a:off x="7817013" y="2706754"/>
            <a:ext cx="622883" cy="621944"/>
            <a:chOff x="1187048" y="238125"/>
            <a:chExt cx="5256397" cy="5248476"/>
          </a:xfrm>
        </p:grpSpPr>
        <p:sp>
          <p:nvSpPr>
            <p:cNvPr id="8795" name="Google Shape;8795;p8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4"/>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4"/>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4"/>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9" name="Google Shape;8799;p84"/>
          <p:cNvGrpSpPr/>
          <p:nvPr/>
        </p:nvGrpSpPr>
        <p:grpSpPr>
          <a:xfrm>
            <a:off x="2274118" y="2716363"/>
            <a:ext cx="1310987" cy="612407"/>
            <a:chOff x="238125" y="1188750"/>
            <a:chExt cx="7140450" cy="3335550"/>
          </a:xfrm>
        </p:grpSpPr>
        <p:sp>
          <p:nvSpPr>
            <p:cNvPr id="8800" name="Google Shape;8800;p8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84"/>
          <p:cNvGrpSpPr/>
          <p:nvPr/>
        </p:nvGrpSpPr>
        <p:grpSpPr>
          <a:xfrm>
            <a:off x="6599990" y="2706917"/>
            <a:ext cx="1110299" cy="621702"/>
            <a:chOff x="238125" y="1335475"/>
            <a:chExt cx="5418735" cy="3034175"/>
          </a:xfrm>
        </p:grpSpPr>
        <p:sp>
          <p:nvSpPr>
            <p:cNvPr id="8806" name="Google Shape;8806;p8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8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84"/>
          <p:cNvGrpSpPr/>
          <p:nvPr/>
        </p:nvGrpSpPr>
        <p:grpSpPr>
          <a:xfrm>
            <a:off x="5417649" y="2703814"/>
            <a:ext cx="1074451" cy="627181"/>
            <a:chOff x="5359127" y="2910889"/>
            <a:chExt cx="1097723" cy="640831"/>
          </a:xfrm>
        </p:grpSpPr>
        <p:grpSp>
          <p:nvGrpSpPr>
            <p:cNvPr id="8810" name="Google Shape;8810;p84"/>
            <p:cNvGrpSpPr/>
            <p:nvPr/>
          </p:nvGrpSpPr>
          <p:grpSpPr>
            <a:xfrm>
              <a:off x="5929791" y="3263088"/>
              <a:ext cx="527060" cy="287097"/>
              <a:chOff x="5929791" y="3263088"/>
              <a:chExt cx="527060" cy="287097"/>
            </a:xfrm>
          </p:grpSpPr>
          <p:sp>
            <p:nvSpPr>
              <p:cNvPr id="8811" name="Google Shape;8811;p84"/>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12" name="Google Shape;8812;p84"/>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13" name="Google Shape;8813;p84"/>
            <p:cNvGrpSpPr/>
            <p:nvPr/>
          </p:nvGrpSpPr>
          <p:grpSpPr>
            <a:xfrm>
              <a:off x="5359127" y="3263089"/>
              <a:ext cx="526428" cy="288631"/>
              <a:chOff x="5359127" y="3263089"/>
              <a:chExt cx="526428" cy="288631"/>
            </a:xfrm>
          </p:grpSpPr>
          <p:sp>
            <p:nvSpPr>
              <p:cNvPr id="8814" name="Google Shape;8814;p84"/>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15" name="Google Shape;8815;p84"/>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16" name="Google Shape;8816;p84"/>
            <p:cNvGrpSpPr/>
            <p:nvPr/>
          </p:nvGrpSpPr>
          <p:grpSpPr>
            <a:xfrm>
              <a:off x="5551525" y="2910889"/>
              <a:ext cx="520901" cy="610283"/>
              <a:chOff x="5551525" y="2910889"/>
              <a:chExt cx="520901" cy="610283"/>
            </a:xfrm>
          </p:grpSpPr>
          <p:sp>
            <p:nvSpPr>
              <p:cNvPr id="8817" name="Google Shape;8817;p84"/>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18" name="Google Shape;8818;p84"/>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19" name="Google Shape;8819;p84"/>
            <p:cNvGrpSpPr/>
            <p:nvPr/>
          </p:nvGrpSpPr>
          <p:grpSpPr>
            <a:xfrm>
              <a:off x="5743962" y="2919100"/>
              <a:ext cx="623674" cy="284502"/>
              <a:chOff x="5743962" y="2919100"/>
              <a:chExt cx="623674" cy="284502"/>
            </a:xfrm>
          </p:grpSpPr>
          <p:sp>
            <p:nvSpPr>
              <p:cNvPr id="8820" name="Google Shape;8820;p84"/>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21" name="Google Shape;8821;p84"/>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822" name="Google Shape;8822;p84"/>
          <p:cNvGrpSpPr/>
          <p:nvPr/>
        </p:nvGrpSpPr>
        <p:grpSpPr>
          <a:xfrm>
            <a:off x="7568863" y="1854526"/>
            <a:ext cx="874976" cy="719600"/>
            <a:chOff x="7608988" y="2093194"/>
            <a:chExt cx="817276" cy="672147"/>
          </a:xfrm>
        </p:grpSpPr>
        <p:cxnSp>
          <p:nvCxnSpPr>
            <p:cNvPr id="8823" name="Google Shape;8823;p84"/>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24" name="Google Shape;8824;p84"/>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25" name="Google Shape;8825;p84"/>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26" name="Google Shape;8826;p84"/>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27" name="Google Shape;8827;p84"/>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828" name="Google Shape;8828;p84"/>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829" name="Google Shape;8829;p84"/>
            <p:cNvGrpSpPr/>
            <p:nvPr/>
          </p:nvGrpSpPr>
          <p:grpSpPr>
            <a:xfrm>
              <a:off x="7721175" y="2093194"/>
              <a:ext cx="599587" cy="623846"/>
              <a:chOff x="7721175" y="2093194"/>
              <a:chExt cx="599587" cy="623846"/>
            </a:xfrm>
          </p:grpSpPr>
          <p:grpSp>
            <p:nvGrpSpPr>
              <p:cNvPr id="8830" name="Google Shape;8830;p84"/>
              <p:cNvGrpSpPr/>
              <p:nvPr/>
            </p:nvGrpSpPr>
            <p:grpSpPr>
              <a:xfrm>
                <a:off x="7721175" y="2093194"/>
                <a:ext cx="291605" cy="623846"/>
                <a:chOff x="9405575" y="2061418"/>
                <a:chExt cx="291605" cy="623846"/>
              </a:xfrm>
            </p:grpSpPr>
            <p:sp>
              <p:nvSpPr>
                <p:cNvPr id="8831" name="Google Shape;8831;p84"/>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4"/>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4"/>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4"/>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84"/>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4"/>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4"/>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8" name="Google Shape;8838;p84"/>
              <p:cNvGrpSpPr/>
              <p:nvPr/>
            </p:nvGrpSpPr>
            <p:grpSpPr>
              <a:xfrm flipH="1">
                <a:off x="8029157" y="2093194"/>
                <a:ext cx="291605" cy="623846"/>
                <a:chOff x="9405575" y="2061418"/>
                <a:chExt cx="291605" cy="623846"/>
              </a:xfrm>
            </p:grpSpPr>
            <p:sp>
              <p:nvSpPr>
                <p:cNvPr id="8839" name="Google Shape;8839;p84"/>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4"/>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4"/>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4"/>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4"/>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4"/>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4"/>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846" name="Google Shape;8846;p84"/>
          <p:cNvGrpSpPr/>
          <p:nvPr/>
        </p:nvGrpSpPr>
        <p:grpSpPr>
          <a:xfrm>
            <a:off x="4013299" y="970929"/>
            <a:ext cx="712557" cy="785901"/>
            <a:chOff x="4206459" y="1191441"/>
            <a:chExt cx="712557" cy="785901"/>
          </a:xfrm>
        </p:grpSpPr>
        <p:sp>
          <p:nvSpPr>
            <p:cNvPr id="8847" name="Google Shape;8847;p84"/>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4"/>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4"/>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4"/>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1" name="Google Shape;8851;p84"/>
            <p:cNvGrpSpPr/>
            <p:nvPr/>
          </p:nvGrpSpPr>
          <p:grpSpPr>
            <a:xfrm>
              <a:off x="4644280" y="1290523"/>
              <a:ext cx="143716" cy="29463"/>
              <a:chOff x="4644280" y="1290523"/>
              <a:chExt cx="143716" cy="29463"/>
            </a:xfrm>
          </p:grpSpPr>
          <p:sp>
            <p:nvSpPr>
              <p:cNvPr id="8852" name="Google Shape;8852;p84"/>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4"/>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4"/>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4"/>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84"/>
            <p:cNvGrpSpPr/>
            <p:nvPr/>
          </p:nvGrpSpPr>
          <p:grpSpPr>
            <a:xfrm>
              <a:off x="4356567" y="1191441"/>
              <a:ext cx="143690" cy="29488"/>
              <a:chOff x="4356567" y="1191441"/>
              <a:chExt cx="143690" cy="29488"/>
            </a:xfrm>
          </p:grpSpPr>
          <p:sp>
            <p:nvSpPr>
              <p:cNvPr id="8857" name="Google Shape;8857;p84"/>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4"/>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4"/>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4"/>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1" name="Google Shape;8861;p84"/>
            <p:cNvGrpSpPr/>
            <p:nvPr/>
          </p:nvGrpSpPr>
          <p:grpSpPr>
            <a:xfrm>
              <a:off x="4339009" y="1863727"/>
              <a:ext cx="143703" cy="29476"/>
              <a:chOff x="4339009" y="1863727"/>
              <a:chExt cx="143703" cy="29476"/>
            </a:xfrm>
          </p:grpSpPr>
          <p:sp>
            <p:nvSpPr>
              <p:cNvPr id="8862" name="Google Shape;8862;p84"/>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4"/>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4"/>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4"/>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6" name="Google Shape;8866;p84"/>
            <p:cNvGrpSpPr/>
            <p:nvPr/>
          </p:nvGrpSpPr>
          <p:grpSpPr>
            <a:xfrm>
              <a:off x="4206459" y="1607315"/>
              <a:ext cx="29539" cy="142899"/>
              <a:chOff x="4206459" y="1607315"/>
              <a:chExt cx="29539" cy="142899"/>
            </a:xfrm>
          </p:grpSpPr>
          <p:sp>
            <p:nvSpPr>
              <p:cNvPr id="8867" name="Google Shape;8867;p84"/>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4"/>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4"/>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4"/>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1" name="Google Shape;8871;p84"/>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4"/>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4"/>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4"/>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5" name="Google Shape;8875;p84"/>
            <p:cNvGrpSpPr/>
            <p:nvPr/>
          </p:nvGrpSpPr>
          <p:grpSpPr>
            <a:xfrm>
              <a:off x="4889463" y="1423737"/>
              <a:ext cx="29552" cy="142899"/>
              <a:chOff x="4889463" y="1423737"/>
              <a:chExt cx="29552" cy="142899"/>
            </a:xfrm>
          </p:grpSpPr>
          <p:sp>
            <p:nvSpPr>
              <p:cNvPr id="8876" name="Google Shape;8876;p84"/>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4"/>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4"/>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4"/>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0" name="Google Shape;8880;p84"/>
            <p:cNvGrpSpPr/>
            <p:nvPr/>
          </p:nvGrpSpPr>
          <p:grpSpPr>
            <a:xfrm>
              <a:off x="4771663" y="1876896"/>
              <a:ext cx="108651" cy="100447"/>
              <a:chOff x="4771663" y="1876896"/>
              <a:chExt cx="108651" cy="100447"/>
            </a:xfrm>
          </p:grpSpPr>
          <p:sp>
            <p:nvSpPr>
              <p:cNvPr id="8881" name="Google Shape;8881;p84"/>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4"/>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4"/>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4"/>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85" name="Google Shape;8885;p84"/>
          <p:cNvGrpSpPr/>
          <p:nvPr/>
        </p:nvGrpSpPr>
        <p:grpSpPr>
          <a:xfrm>
            <a:off x="4008774" y="1854151"/>
            <a:ext cx="791287" cy="720350"/>
            <a:chOff x="267375" y="1071875"/>
            <a:chExt cx="470500" cy="428550"/>
          </a:xfrm>
        </p:grpSpPr>
        <p:sp>
          <p:nvSpPr>
            <p:cNvPr id="8886" name="Google Shape;8886;p84"/>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4"/>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4"/>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4"/>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4"/>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4"/>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4"/>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4"/>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4" name="Google Shape;8894;p84"/>
          <p:cNvGrpSpPr/>
          <p:nvPr/>
        </p:nvGrpSpPr>
        <p:grpSpPr>
          <a:xfrm>
            <a:off x="709269" y="3498781"/>
            <a:ext cx="1408444" cy="673166"/>
            <a:chOff x="712664" y="3693287"/>
            <a:chExt cx="1460738" cy="698160"/>
          </a:xfrm>
        </p:grpSpPr>
        <p:grpSp>
          <p:nvGrpSpPr>
            <p:cNvPr id="8895" name="Google Shape;8895;p84"/>
            <p:cNvGrpSpPr/>
            <p:nvPr/>
          </p:nvGrpSpPr>
          <p:grpSpPr>
            <a:xfrm>
              <a:off x="1380079" y="4133090"/>
              <a:ext cx="234048" cy="258099"/>
              <a:chOff x="1380079" y="4133090"/>
              <a:chExt cx="234048" cy="258099"/>
            </a:xfrm>
          </p:grpSpPr>
          <p:sp>
            <p:nvSpPr>
              <p:cNvPr id="8896" name="Google Shape;8896;p84"/>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4"/>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4"/>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9" name="Google Shape;8899;p84"/>
            <p:cNvGrpSpPr/>
            <p:nvPr/>
          </p:nvGrpSpPr>
          <p:grpSpPr>
            <a:xfrm>
              <a:off x="884610" y="3864082"/>
              <a:ext cx="1118566" cy="527275"/>
              <a:chOff x="890961" y="3865463"/>
              <a:chExt cx="1115221" cy="525698"/>
            </a:xfrm>
          </p:grpSpPr>
          <p:sp>
            <p:nvSpPr>
              <p:cNvPr id="8900" name="Google Shape;8900;p84"/>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84"/>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4"/>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84"/>
            <p:cNvGrpSpPr/>
            <p:nvPr/>
          </p:nvGrpSpPr>
          <p:grpSpPr>
            <a:xfrm>
              <a:off x="712664" y="3693287"/>
              <a:ext cx="1460738" cy="698160"/>
              <a:chOff x="712664" y="3693025"/>
              <a:chExt cx="1460738" cy="698160"/>
            </a:xfrm>
          </p:grpSpPr>
          <p:sp>
            <p:nvSpPr>
              <p:cNvPr id="8904" name="Google Shape;8904;p84"/>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4"/>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4"/>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4"/>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4"/>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4"/>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10" name="Google Shape;8910;p84"/>
          <p:cNvGrpSpPr/>
          <p:nvPr/>
        </p:nvGrpSpPr>
        <p:grpSpPr>
          <a:xfrm>
            <a:off x="3146985" y="970929"/>
            <a:ext cx="795485" cy="738831"/>
            <a:chOff x="3348603" y="1236445"/>
            <a:chExt cx="749256" cy="695894"/>
          </a:xfrm>
        </p:grpSpPr>
        <p:grpSp>
          <p:nvGrpSpPr>
            <p:cNvPr id="8911" name="Google Shape;8911;p84"/>
            <p:cNvGrpSpPr/>
            <p:nvPr/>
          </p:nvGrpSpPr>
          <p:grpSpPr>
            <a:xfrm>
              <a:off x="3583779" y="1236445"/>
              <a:ext cx="293795" cy="285811"/>
              <a:chOff x="3750225" y="1774000"/>
              <a:chExt cx="149575" cy="145525"/>
            </a:xfrm>
          </p:grpSpPr>
          <p:sp>
            <p:nvSpPr>
              <p:cNvPr id="8912" name="Google Shape;8912;p8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84"/>
            <p:cNvGrpSpPr/>
            <p:nvPr/>
          </p:nvGrpSpPr>
          <p:grpSpPr>
            <a:xfrm>
              <a:off x="3775534" y="1462599"/>
              <a:ext cx="322325" cy="285958"/>
              <a:chOff x="3847850" y="1889150"/>
              <a:chExt cx="164100" cy="145600"/>
            </a:xfrm>
          </p:grpSpPr>
          <p:sp>
            <p:nvSpPr>
              <p:cNvPr id="8915" name="Google Shape;8915;p8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7" name="Google Shape;8917;p84"/>
            <p:cNvGrpSpPr/>
            <p:nvPr/>
          </p:nvGrpSpPr>
          <p:grpSpPr>
            <a:xfrm>
              <a:off x="3545329" y="1646528"/>
              <a:ext cx="293746" cy="285811"/>
              <a:chOff x="3730650" y="1982800"/>
              <a:chExt cx="149550" cy="145525"/>
            </a:xfrm>
          </p:grpSpPr>
          <p:sp>
            <p:nvSpPr>
              <p:cNvPr id="8918" name="Google Shape;8918;p8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0" name="Google Shape;8920;p84"/>
            <p:cNvGrpSpPr/>
            <p:nvPr/>
          </p:nvGrpSpPr>
          <p:grpSpPr>
            <a:xfrm>
              <a:off x="3348603" y="1415046"/>
              <a:ext cx="294384" cy="284387"/>
              <a:chOff x="3630494" y="1864938"/>
              <a:chExt cx="149875" cy="144800"/>
            </a:xfrm>
          </p:grpSpPr>
          <p:sp>
            <p:nvSpPr>
              <p:cNvPr id="8921" name="Google Shape;8921;p84"/>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4"/>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23" name="Google Shape;8923;p84"/>
          <p:cNvGrpSpPr/>
          <p:nvPr/>
        </p:nvGrpSpPr>
        <p:grpSpPr>
          <a:xfrm>
            <a:off x="2268512" y="3493825"/>
            <a:ext cx="1324924" cy="678083"/>
            <a:chOff x="2413923" y="3711366"/>
            <a:chExt cx="1374117" cy="703260"/>
          </a:xfrm>
        </p:grpSpPr>
        <p:grpSp>
          <p:nvGrpSpPr>
            <p:cNvPr id="8924" name="Google Shape;8924;p84"/>
            <p:cNvGrpSpPr/>
            <p:nvPr/>
          </p:nvGrpSpPr>
          <p:grpSpPr>
            <a:xfrm>
              <a:off x="2413923" y="3711366"/>
              <a:ext cx="1374117" cy="703260"/>
              <a:chOff x="2413923" y="3711366"/>
              <a:chExt cx="1374117" cy="703260"/>
            </a:xfrm>
          </p:grpSpPr>
          <p:sp>
            <p:nvSpPr>
              <p:cNvPr id="8925" name="Google Shape;8925;p84"/>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6" name="Google Shape;8926;p84"/>
              <p:cNvGrpSpPr/>
              <p:nvPr/>
            </p:nvGrpSpPr>
            <p:grpSpPr>
              <a:xfrm>
                <a:off x="2600284" y="3808654"/>
                <a:ext cx="234506" cy="138009"/>
                <a:chOff x="2600284" y="3808654"/>
                <a:chExt cx="234506" cy="138009"/>
              </a:xfrm>
            </p:grpSpPr>
            <p:sp>
              <p:nvSpPr>
                <p:cNvPr id="8927" name="Google Shape;8927;p84"/>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28" name="Google Shape;8928;p84"/>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29" name="Google Shape;8929;p84"/>
              <p:cNvGrpSpPr/>
              <p:nvPr/>
            </p:nvGrpSpPr>
            <p:grpSpPr>
              <a:xfrm>
                <a:off x="3359659" y="3805664"/>
                <a:ext cx="232294" cy="141000"/>
                <a:chOff x="3359659" y="3805664"/>
                <a:chExt cx="232294" cy="141000"/>
              </a:xfrm>
            </p:grpSpPr>
            <p:sp>
              <p:nvSpPr>
                <p:cNvPr id="8930" name="Google Shape;8930;p84"/>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1" name="Google Shape;8931;p84"/>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32" name="Google Shape;8932;p84"/>
              <p:cNvGrpSpPr/>
              <p:nvPr/>
            </p:nvGrpSpPr>
            <p:grpSpPr>
              <a:xfrm>
                <a:off x="3067316" y="3711366"/>
                <a:ext cx="66900" cy="166809"/>
                <a:chOff x="3067316" y="3711366"/>
                <a:chExt cx="66900" cy="166809"/>
              </a:xfrm>
            </p:grpSpPr>
            <p:sp>
              <p:nvSpPr>
                <p:cNvPr id="8933" name="Google Shape;8933;p84"/>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4" name="Google Shape;8934;p84"/>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35" name="Google Shape;8935;p84"/>
              <p:cNvGrpSpPr/>
              <p:nvPr/>
            </p:nvGrpSpPr>
            <p:grpSpPr>
              <a:xfrm>
                <a:off x="2413923" y="4058666"/>
                <a:ext cx="224119" cy="66900"/>
                <a:chOff x="2413923" y="4058666"/>
                <a:chExt cx="224119" cy="66900"/>
              </a:xfrm>
            </p:grpSpPr>
            <p:sp>
              <p:nvSpPr>
                <p:cNvPr id="8936" name="Google Shape;8936;p84"/>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7" name="Google Shape;8937;p84"/>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38" name="Google Shape;8938;p84"/>
              <p:cNvGrpSpPr/>
              <p:nvPr/>
            </p:nvGrpSpPr>
            <p:grpSpPr>
              <a:xfrm>
                <a:off x="3564643" y="4058666"/>
                <a:ext cx="223397" cy="66900"/>
                <a:chOff x="3564643" y="4058666"/>
                <a:chExt cx="223397" cy="66900"/>
              </a:xfrm>
            </p:grpSpPr>
            <p:sp>
              <p:nvSpPr>
                <p:cNvPr id="8939" name="Google Shape;8939;p84"/>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0" name="Google Shape;8940;p84"/>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941" name="Google Shape;8941;p84"/>
            <p:cNvGrpSpPr/>
            <p:nvPr/>
          </p:nvGrpSpPr>
          <p:grpSpPr>
            <a:xfrm>
              <a:off x="2633353" y="3965763"/>
              <a:ext cx="933975" cy="445687"/>
              <a:chOff x="2633353" y="3965763"/>
              <a:chExt cx="933975" cy="445687"/>
            </a:xfrm>
          </p:grpSpPr>
          <p:sp>
            <p:nvSpPr>
              <p:cNvPr id="8942" name="Google Shape;8942;p84"/>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4"/>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44" name="Google Shape;8944;p84"/>
          <p:cNvGrpSpPr/>
          <p:nvPr/>
        </p:nvGrpSpPr>
        <p:grpSpPr>
          <a:xfrm>
            <a:off x="6392784" y="1044372"/>
            <a:ext cx="1131087" cy="587383"/>
            <a:chOff x="238125" y="999450"/>
            <a:chExt cx="7140700" cy="3708225"/>
          </a:xfrm>
        </p:grpSpPr>
        <p:sp>
          <p:nvSpPr>
            <p:cNvPr id="8945" name="Google Shape;8945;p8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4"/>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8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4" name="Google Shape;8954;p84"/>
          <p:cNvGrpSpPr/>
          <p:nvPr/>
        </p:nvGrpSpPr>
        <p:grpSpPr>
          <a:xfrm>
            <a:off x="3744234" y="3493867"/>
            <a:ext cx="1375854" cy="678131"/>
            <a:chOff x="3913765" y="3641905"/>
            <a:chExt cx="1522805" cy="750560"/>
          </a:xfrm>
        </p:grpSpPr>
        <p:grpSp>
          <p:nvGrpSpPr>
            <p:cNvPr id="8955" name="Google Shape;8955;p84"/>
            <p:cNvGrpSpPr/>
            <p:nvPr/>
          </p:nvGrpSpPr>
          <p:grpSpPr>
            <a:xfrm>
              <a:off x="3913765" y="3997002"/>
              <a:ext cx="1522805" cy="395463"/>
              <a:chOff x="3913765" y="3997002"/>
              <a:chExt cx="1522805" cy="395463"/>
            </a:xfrm>
          </p:grpSpPr>
          <p:grpSp>
            <p:nvGrpSpPr>
              <p:cNvPr id="8956" name="Google Shape;8956;p84"/>
              <p:cNvGrpSpPr/>
              <p:nvPr/>
            </p:nvGrpSpPr>
            <p:grpSpPr>
              <a:xfrm>
                <a:off x="3913765" y="4138659"/>
                <a:ext cx="507602" cy="253806"/>
                <a:chOff x="3913765" y="4138659"/>
                <a:chExt cx="507602" cy="253806"/>
              </a:xfrm>
            </p:grpSpPr>
            <p:sp>
              <p:nvSpPr>
                <p:cNvPr id="8957" name="Google Shape;8957;p84"/>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4"/>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959" name="Google Shape;8959;p84"/>
              <p:cNvGrpSpPr/>
              <p:nvPr/>
            </p:nvGrpSpPr>
            <p:grpSpPr>
              <a:xfrm>
                <a:off x="4421361" y="3997002"/>
                <a:ext cx="507618" cy="395463"/>
                <a:chOff x="4421361" y="3997002"/>
                <a:chExt cx="507618" cy="395463"/>
              </a:xfrm>
            </p:grpSpPr>
            <p:sp>
              <p:nvSpPr>
                <p:cNvPr id="8960" name="Google Shape;8960;p84"/>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4"/>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2" name="Google Shape;8962;p84"/>
              <p:cNvGrpSpPr/>
              <p:nvPr/>
            </p:nvGrpSpPr>
            <p:grpSpPr>
              <a:xfrm>
                <a:off x="4928973" y="4189418"/>
                <a:ext cx="507596" cy="203047"/>
                <a:chOff x="4928973" y="4189418"/>
                <a:chExt cx="507596" cy="203047"/>
              </a:xfrm>
            </p:grpSpPr>
            <p:sp>
              <p:nvSpPr>
                <p:cNvPr id="8963" name="Google Shape;8963;p84"/>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4"/>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65" name="Google Shape;8965;p84"/>
            <p:cNvGrpSpPr/>
            <p:nvPr/>
          </p:nvGrpSpPr>
          <p:grpSpPr>
            <a:xfrm>
              <a:off x="4482186" y="3641905"/>
              <a:ext cx="397605" cy="349784"/>
              <a:chOff x="2906375" y="1159725"/>
              <a:chExt cx="1860575" cy="1636800"/>
            </a:xfrm>
          </p:grpSpPr>
          <p:sp>
            <p:nvSpPr>
              <p:cNvPr id="8966" name="Google Shape;8966;p84"/>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4"/>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4"/>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4"/>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70" name="Google Shape;8970;p84"/>
          <p:cNvGrpSpPr/>
          <p:nvPr/>
        </p:nvGrpSpPr>
        <p:grpSpPr>
          <a:xfrm>
            <a:off x="6528943" y="1853793"/>
            <a:ext cx="940737" cy="721067"/>
            <a:chOff x="6599718" y="2068734"/>
            <a:chExt cx="940737" cy="721067"/>
          </a:xfrm>
        </p:grpSpPr>
        <p:sp>
          <p:nvSpPr>
            <p:cNvPr id="8971" name="Google Shape;8971;p84"/>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84"/>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84"/>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4"/>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4"/>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4"/>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7" name="Google Shape;8977;p84"/>
            <p:cNvGrpSpPr/>
            <p:nvPr/>
          </p:nvGrpSpPr>
          <p:grpSpPr>
            <a:xfrm>
              <a:off x="6836957" y="2068734"/>
              <a:ext cx="461892" cy="721067"/>
              <a:chOff x="6836957" y="2068734"/>
              <a:chExt cx="461892" cy="721067"/>
            </a:xfrm>
          </p:grpSpPr>
          <p:sp>
            <p:nvSpPr>
              <p:cNvPr id="8978" name="Google Shape;8978;p84"/>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4"/>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4"/>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4"/>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4"/>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4"/>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4" name="Google Shape;8984;p84"/>
              <p:cNvGrpSpPr/>
              <p:nvPr/>
            </p:nvGrpSpPr>
            <p:grpSpPr>
              <a:xfrm>
                <a:off x="6836957" y="2068734"/>
                <a:ext cx="461892" cy="721067"/>
                <a:chOff x="6836957" y="2068734"/>
                <a:chExt cx="461892" cy="721067"/>
              </a:xfrm>
            </p:grpSpPr>
            <p:sp>
              <p:nvSpPr>
                <p:cNvPr id="8985" name="Google Shape;8985;p84"/>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4"/>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4"/>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4"/>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4"/>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4"/>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4"/>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992" name="Google Shape;8992;p84"/>
          <p:cNvGrpSpPr/>
          <p:nvPr/>
        </p:nvGrpSpPr>
        <p:grpSpPr>
          <a:xfrm>
            <a:off x="2412262" y="1858139"/>
            <a:ext cx="712577" cy="712374"/>
            <a:chOff x="2559249" y="2069323"/>
            <a:chExt cx="685566" cy="685634"/>
          </a:xfrm>
        </p:grpSpPr>
        <p:sp>
          <p:nvSpPr>
            <p:cNvPr id="8993" name="Google Shape;8993;p84"/>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4"/>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4"/>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4"/>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4"/>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4"/>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84"/>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4"/>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4"/>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4"/>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4"/>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4"/>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4"/>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6" name="Google Shape;9006;p84"/>
          <p:cNvGrpSpPr/>
          <p:nvPr/>
        </p:nvGrpSpPr>
        <p:grpSpPr>
          <a:xfrm>
            <a:off x="7594699" y="970929"/>
            <a:ext cx="845645" cy="711911"/>
            <a:chOff x="951975" y="315800"/>
            <a:chExt cx="5860325" cy="4933550"/>
          </a:xfrm>
        </p:grpSpPr>
        <p:sp>
          <p:nvSpPr>
            <p:cNvPr id="9007" name="Google Shape;9007;p84"/>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4"/>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4"/>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4"/>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4"/>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4"/>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4"/>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4"/>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5" name="Google Shape;9015;p84"/>
          <p:cNvGrpSpPr/>
          <p:nvPr/>
        </p:nvGrpSpPr>
        <p:grpSpPr>
          <a:xfrm>
            <a:off x="3691828" y="2707037"/>
            <a:ext cx="1617932" cy="621724"/>
            <a:chOff x="3862800" y="3038525"/>
            <a:chExt cx="1329006" cy="510698"/>
          </a:xfrm>
        </p:grpSpPr>
        <p:sp>
          <p:nvSpPr>
            <p:cNvPr id="9016" name="Google Shape;9016;p84"/>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4"/>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8" name="Google Shape;9018;p84"/>
            <p:cNvGrpSpPr/>
            <p:nvPr/>
          </p:nvGrpSpPr>
          <p:grpSpPr>
            <a:xfrm>
              <a:off x="3967075" y="3040337"/>
              <a:ext cx="1019927" cy="402126"/>
              <a:chOff x="3967075" y="3040337"/>
              <a:chExt cx="1019927" cy="402126"/>
            </a:xfrm>
          </p:grpSpPr>
          <p:sp>
            <p:nvSpPr>
              <p:cNvPr id="9019" name="Google Shape;9019;p84"/>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84"/>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84"/>
            <p:cNvGrpSpPr/>
            <p:nvPr/>
          </p:nvGrpSpPr>
          <p:grpSpPr>
            <a:xfrm>
              <a:off x="4186700" y="3040337"/>
              <a:ext cx="390475" cy="183289"/>
              <a:chOff x="4186700" y="3040337"/>
              <a:chExt cx="390475" cy="183289"/>
            </a:xfrm>
          </p:grpSpPr>
          <p:sp>
            <p:nvSpPr>
              <p:cNvPr id="9022" name="Google Shape;9022;p84"/>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84"/>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4" name="Google Shape;9024;p84"/>
            <p:cNvGrpSpPr/>
            <p:nvPr/>
          </p:nvGrpSpPr>
          <p:grpSpPr>
            <a:xfrm>
              <a:off x="4073727" y="3040337"/>
              <a:ext cx="697794" cy="296263"/>
              <a:chOff x="4073727" y="3040337"/>
              <a:chExt cx="697794" cy="296263"/>
            </a:xfrm>
          </p:grpSpPr>
          <p:sp>
            <p:nvSpPr>
              <p:cNvPr id="9025" name="Google Shape;9025;p84"/>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4"/>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7" name="Google Shape;9027;p84"/>
            <p:cNvGrpSpPr/>
            <p:nvPr/>
          </p:nvGrpSpPr>
          <p:grpSpPr>
            <a:xfrm>
              <a:off x="3862800" y="3038525"/>
              <a:ext cx="1329006" cy="510698"/>
              <a:chOff x="3862800" y="3038525"/>
              <a:chExt cx="1329006" cy="510698"/>
            </a:xfrm>
          </p:grpSpPr>
          <p:sp>
            <p:nvSpPr>
              <p:cNvPr id="9028" name="Google Shape;9028;p84"/>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4"/>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30" name="Google Shape;9030;p84"/>
          <p:cNvGrpSpPr/>
          <p:nvPr/>
        </p:nvGrpSpPr>
        <p:grpSpPr>
          <a:xfrm>
            <a:off x="700150" y="970929"/>
            <a:ext cx="883205" cy="775176"/>
            <a:chOff x="649648" y="271400"/>
            <a:chExt cx="6215377" cy="5455143"/>
          </a:xfrm>
        </p:grpSpPr>
        <p:sp>
          <p:nvSpPr>
            <p:cNvPr id="9031" name="Google Shape;9031;p84"/>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4"/>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4"/>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4"/>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4"/>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4"/>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4"/>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4"/>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4"/>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4"/>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4"/>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4"/>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3" name="Google Shape;9043;p84"/>
          <p:cNvGrpSpPr/>
          <p:nvPr/>
        </p:nvGrpSpPr>
        <p:grpSpPr>
          <a:xfrm>
            <a:off x="2308452" y="970929"/>
            <a:ext cx="767704" cy="815489"/>
            <a:chOff x="2499700" y="1135950"/>
            <a:chExt cx="732402" cy="777990"/>
          </a:xfrm>
        </p:grpSpPr>
        <p:grpSp>
          <p:nvGrpSpPr>
            <p:cNvPr id="9044" name="Google Shape;9044;p84"/>
            <p:cNvGrpSpPr/>
            <p:nvPr/>
          </p:nvGrpSpPr>
          <p:grpSpPr>
            <a:xfrm>
              <a:off x="2499700" y="1135950"/>
              <a:ext cx="732402" cy="694705"/>
              <a:chOff x="2499700" y="1135950"/>
              <a:chExt cx="732402" cy="694705"/>
            </a:xfrm>
          </p:grpSpPr>
          <p:sp>
            <p:nvSpPr>
              <p:cNvPr id="9045" name="Google Shape;9045;p84"/>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4"/>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4"/>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4"/>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4"/>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4"/>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4"/>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4"/>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4"/>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4"/>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4"/>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4"/>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4"/>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4"/>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4"/>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4"/>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4"/>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4"/>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4"/>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4"/>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4"/>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4"/>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4"/>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4"/>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84"/>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4"/>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4"/>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2" name="Google Shape;9072;p84"/>
            <p:cNvGrpSpPr/>
            <p:nvPr/>
          </p:nvGrpSpPr>
          <p:grpSpPr>
            <a:xfrm>
              <a:off x="2517909" y="1188726"/>
              <a:ext cx="702702" cy="725214"/>
              <a:chOff x="2517909" y="1188726"/>
              <a:chExt cx="702702" cy="725214"/>
            </a:xfrm>
          </p:grpSpPr>
          <p:sp>
            <p:nvSpPr>
              <p:cNvPr id="9073" name="Google Shape;9073;p84"/>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4"/>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4"/>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4"/>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4"/>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78" name="Google Shape;9078;p84"/>
          <p:cNvGrpSpPr/>
          <p:nvPr/>
        </p:nvGrpSpPr>
        <p:grpSpPr>
          <a:xfrm>
            <a:off x="1654184" y="970929"/>
            <a:ext cx="583439" cy="870229"/>
            <a:chOff x="1716825" y="1121550"/>
            <a:chExt cx="622800" cy="928938"/>
          </a:xfrm>
        </p:grpSpPr>
        <p:grpSp>
          <p:nvGrpSpPr>
            <p:cNvPr id="9079" name="Google Shape;9079;p84"/>
            <p:cNvGrpSpPr/>
            <p:nvPr/>
          </p:nvGrpSpPr>
          <p:grpSpPr>
            <a:xfrm>
              <a:off x="1716825" y="1121550"/>
              <a:ext cx="622800" cy="928938"/>
              <a:chOff x="1716825" y="1121550"/>
              <a:chExt cx="622800" cy="928938"/>
            </a:xfrm>
          </p:grpSpPr>
          <p:cxnSp>
            <p:nvCxnSpPr>
              <p:cNvPr id="9080" name="Google Shape;9080;p84"/>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9081" name="Google Shape;9081;p84"/>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2" name="Google Shape;9082;p84"/>
            <p:cNvGrpSpPr/>
            <p:nvPr/>
          </p:nvGrpSpPr>
          <p:grpSpPr>
            <a:xfrm>
              <a:off x="1768050" y="1172775"/>
              <a:ext cx="520200" cy="832000"/>
              <a:chOff x="1768050" y="1172775"/>
              <a:chExt cx="520200" cy="832000"/>
            </a:xfrm>
          </p:grpSpPr>
          <p:cxnSp>
            <p:nvCxnSpPr>
              <p:cNvPr id="9083" name="Google Shape;9083;p84"/>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9084" name="Google Shape;9084;p84"/>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5" name="Google Shape;9085;p84"/>
            <p:cNvGrpSpPr/>
            <p:nvPr/>
          </p:nvGrpSpPr>
          <p:grpSpPr>
            <a:xfrm>
              <a:off x="1820100" y="1225475"/>
              <a:ext cx="416400" cy="729575"/>
              <a:chOff x="1820100" y="1225475"/>
              <a:chExt cx="416400" cy="729575"/>
            </a:xfrm>
          </p:grpSpPr>
          <p:cxnSp>
            <p:nvCxnSpPr>
              <p:cNvPr id="9086" name="Google Shape;9086;p84"/>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9087" name="Google Shape;9087;p84"/>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8" name="Google Shape;9088;p84"/>
            <p:cNvGrpSpPr/>
            <p:nvPr/>
          </p:nvGrpSpPr>
          <p:grpSpPr>
            <a:xfrm>
              <a:off x="1874250" y="1278825"/>
              <a:ext cx="308100" cy="605275"/>
              <a:chOff x="1874250" y="1278825"/>
              <a:chExt cx="308100" cy="605275"/>
            </a:xfrm>
          </p:grpSpPr>
          <p:cxnSp>
            <p:nvCxnSpPr>
              <p:cNvPr id="9089" name="Google Shape;9089;p84"/>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9090" name="Google Shape;9090;p84"/>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1" name="Google Shape;9091;p84"/>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2" name="Google Shape;9092;p84"/>
          <p:cNvGrpSpPr/>
          <p:nvPr/>
        </p:nvGrpSpPr>
        <p:grpSpPr>
          <a:xfrm>
            <a:off x="1574007" y="1857250"/>
            <a:ext cx="739072" cy="714152"/>
            <a:chOff x="4334725" y="1355875"/>
            <a:chExt cx="3106650" cy="3001900"/>
          </a:xfrm>
        </p:grpSpPr>
        <p:grpSp>
          <p:nvGrpSpPr>
            <p:cNvPr id="9093" name="Google Shape;9093;p84"/>
            <p:cNvGrpSpPr/>
            <p:nvPr/>
          </p:nvGrpSpPr>
          <p:grpSpPr>
            <a:xfrm>
              <a:off x="4516050" y="1724875"/>
              <a:ext cx="2693725" cy="2632900"/>
              <a:chOff x="4516050" y="1724875"/>
              <a:chExt cx="2693725" cy="2632900"/>
            </a:xfrm>
          </p:grpSpPr>
          <p:sp>
            <p:nvSpPr>
              <p:cNvPr id="9094" name="Google Shape;9094;p84"/>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4"/>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4"/>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7" name="Google Shape;9097;p84"/>
            <p:cNvGrpSpPr/>
            <p:nvPr/>
          </p:nvGrpSpPr>
          <p:grpSpPr>
            <a:xfrm>
              <a:off x="4334725" y="1355875"/>
              <a:ext cx="3106650" cy="2709650"/>
              <a:chOff x="4334725" y="1355875"/>
              <a:chExt cx="3106650" cy="2709650"/>
            </a:xfrm>
          </p:grpSpPr>
          <p:sp>
            <p:nvSpPr>
              <p:cNvPr id="9098" name="Google Shape;9098;p84"/>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4"/>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4"/>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01" name="Google Shape;9101;p84"/>
          <p:cNvGrpSpPr/>
          <p:nvPr/>
        </p:nvGrpSpPr>
        <p:grpSpPr>
          <a:xfrm>
            <a:off x="7690956" y="3488021"/>
            <a:ext cx="312074" cy="684173"/>
            <a:chOff x="7645573" y="3754300"/>
            <a:chExt cx="293855" cy="644170"/>
          </a:xfrm>
        </p:grpSpPr>
        <p:sp>
          <p:nvSpPr>
            <p:cNvPr id="9102" name="Google Shape;9102;p84"/>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4"/>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4" name="Google Shape;9104;p84"/>
          <p:cNvGrpSpPr/>
          <p:nvPr/>
        </p:nvGrpSpPr>
        <p:grpSpPr>
          <a:xfrm>
            <a:off x="5612944" y="970929"/>
            <a:ext cx="709011" cy="739359"/>
            <a:chOff x="5830645" y="1256617"/>
            <a:chExt cx="530340" cy="553040"/>
          </a:xfrm>
        </p:grpSpPr>
        <p:grpSp>
          <p:nvGrpSpPr>
            <p:cNvPr id="9105" name="Google Shape;9105;p84"/>
            <p:cNvGrpSpPr/>
            <p:nvPr/>
          </p:nvGrpSpPr>
          <p:grpSpPr>
            <a:xfrm>
              <a:off x="5830645" y="1256617"/>
              <a:ext cx="259743" cy="269909"/>
              <a:chOff x="5830645" y="1256617"/>
              <a:chExt cx="259743" cy="269909"/>
            </a:xfrm>
          </p:grpSpPr>
          <p:sp>
            <p:nvSpPr>
              <p:cNvPr id="9106" name="Google Shape;9106;p84"/>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4"/>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8" name="Google Shape;9108;p84"/>
            <p:cNvGrpSpPr/>
            <p:nvPr/>
          </p:nvGrpSpPr>
          <p:grpSpPr>
            <a:xfrm>
              <a:off x="6101293" y="1256617"/>
              <a:ext cx="259692" cy="269909"/>
              <a:chOff x="6101293" y="1256617"/>
              <a:chExt cx="259692" cy="269909"/>
            </a:xfrm>
          </p:grpSpPr>
          <p:sp>
            <p:nvSpPr>
              <p:cNvPr id="9109" name="Google Shape;9109;p84"/>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4"/>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1" name="Google Shape;9111;p84"/>
            <p:cNvGrpSpPr/>
            <p:nvPr/>
          </p:nvGrpSpPr>
          <p:grpSpPr>
            <a:xfrm>
              <a:off x="5830645" y="1539749"/>
              <a:ext cx="259692" cy="269909"/>
              <a:chOff x="5830645" y="1539749"/>
              <a:chExt cx="259692" cy="269909"/>
            </a:xfrm>
          </p:grpSpPr>
          <p:sp>
            <p:nvSpPr>
              <p:cNvPr id="9112" name="Google Shape;9112;p84"/>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4"/>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84"/>
            <p:cNvGrpSpPr/>
            <p:nvPr/>
          </p:nvGrpSpPr>
          <p:grpSpPr>
            <a:xfrm>
              <a:off x="6101293" y="1539749"/>
              <a:ext cx="259692" cy="269909"/>
              <a:chOff x="6101293" y="1539749"/>
              <a:chExt cx="259692" cy="269909"/>
            </a:xfrm>
          </p:grpSpPr>
          <p:sp>
            <p:nvSpPr>
              <p:cNvPr id="9115" name="Google Shape;9115;p84"/>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4"/>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7" name="Google Shape;9117;p84"/>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84"/>
          <p:cNvGrpSpPr/>
          <p:nvPr/>
        </p:nvGrpSpPr>
        <p:grpSpPr>
          <a:xfrm>
            <a:off x="714438" y="2707044"/>
            <a:ext cx="1452955" cy="621360"/>
            <a:chOff x="732422" y="2990152"/>
            <a:chExt cx="1337773" cy="572102"/>
          </a:xfrm>
        </p:grpSpPr>
        <p:sp>
          <p:nvSpPr>
            <p:cNvPr id="9119" name="Google Shape;9119;p84"/>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4"/>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4"/>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4"/>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4"/>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4"/>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128"/>
        <p:cNvGrpSpPr/>
        <p:nvPr/>
      </p:nvGrpSpPr>
      <p:grpSpPr>
        <a:xfrm>
          <a:off x="0" y="0"/>
          <a:ext cx="0" cy="0"/>
          <a:chOff x="0" y="0"/>
          <a:chExt cx="0" cy="0"/>
        </a:xfrm>
      </p:grpSpPr>
      <p:grpSp>
        <p:nvGrpSpPr>
          <p:cNvPr id="9129" name="Google Shape;9129;p85"/>
          <p:cNvGrpSpPr/>
          <p:nvPr/>
        </p:nvGrpSpPr>
        <p:grpSpPr>
          <a:xfrm>
            <a:off x="708575" y="965865"/>
            <a:ext cx="1636117" cy="1526144"/>
            <a:chOff x="729238" y="1179665"/>
            <a:chExt cx="1636117" cy="1526144"/>
          </a:xfrm>
        </p:grpSpPr>
        <p:grpSp>
          <p:nvGrpSpPr>
            <p:cNvPr id="9130" name="Google Shape;9130;p85"/>
            <p:cNvGrpSpPr/>
            <p:nvPr/>
          </p:nvGrpSpPr>
          <p:grpSpPr>
            <a:xfrm>
              <a:off x="729238" y="1179665"/>
              <a:ext cx="80700" cy="1526144"/>
              <a:chOff x="729238" y="1179665"/>
              <a:chExt cx="80700" cy="1526144"/>
            </a:xfrm>
          </p:grpSpPr>
          <p:sp>
            <p:nvSpPr>
              <p:cNvPr id="9131" name="Google Shape;9131;p85"/>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5"/>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85"/>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5"/>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1" name="Google Shape;9141;p85"/>
            <p:cNvGrpSpPr/>
            <p:nvPr/>
          </p:nvGrpSpPr>
          <p:grpSpPr>
            <a:xfrm>
              <a:off x="903098" y="1179665"/>
              <a:ext cx="80700" cy="1526144"/>
              <a:chOff x="903098" y="1179665"/>
              <a:chExt cx="80700" cy="1526144"/>
            </a:xfrm>
          </p:grpSpPr>
          <p:sp>
            <p:nvSpPr>
              <p:cNvPr id="9142" name="Google Shape;9142;p85"/>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5"/>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5"/>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5"/>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5"/>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5"/>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2" name="Google Shape;9152;p85"/>
            <p:cNvGrpSpPr/>
            <p:nvPr/>
          </p:nvGrpSpPr>
          <p:grpSpPr>
            <a:xfrm>
              <a:off x="1076958" y="1179665"/>
              <a:ext cx="80700" cy="1526144"/>
              <a:chOff x="1076958" y="1179665"/>
              <a:chExt cx="80700" cy="1526144"/>
            </a:xfrm>
          </p:grpSpPr>
          <p:sp>
            <p:nvSpPr>
              <p:cNvPr id="9153" name="Google Shape;9153;p85"/>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5"/>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5"/>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5"/>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5"/>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5"/>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85"/>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3" name="Google Shape;9163;p85"/>
            <p:cNvGrpSpPr/>
            <p:nvPr/>
          </p:nvGrpSpPr>
          <p:grpSpPr>
            <a:xfrm>
              <a:off x="1247707" y="1179665"/>
              <a:ext cx="80700" cy="1526144"/>
              <a:chOff x="1247707" y="1179665"/>
              <a:chExt cx="80700" cy="1526144"/>
            </a:xfrm>
          </p:grpSpPr>
          <p:sp>
            <p:nvSpPr>
              <p:cNvPr id="9164" name="Google Shape;9164;p85"/>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5"/>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5"/>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4" name="Google Shape;9174;p85"/>
            <p:cNvGrpSpPr/>
            <p:nvPr/>
          </p:nvGrpSpPr>
          <p:grpSpPr>
            <a:xfrm>
              <a:off x="1421567" y="1179665"/>
              <a:ext cx="80700" cy="1526144"/>
              <a:chOff x="1421567" y="1179665"/>
              <a:chExt cx="80700" cy="1526144"/>
            </a:xfrm>
          </p:grpSpPr>
          <p:sp>
            <p:nvSpPr>
              <p:cNvPr id="9175" name="Google Shape;9175;p85"/>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5"/>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5"/>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5"/>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5"/>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5"/>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5"/>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5"/>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85"/>
            <p:cNvGrpSpPr/>
            <p:nvPr/>
          </p:nvGrpSpPr>
          <p:grpSpPr>
            <a:xfrm>
              <a:off x="1592327" y="1179665"/>
              <a:ext cx="80700" cy="1526144"/>
              <a:chOff x="1592327" y="1179665"/>
              <a:chExt cx="80700" cy="1526144"/>
            </a:xfrm>
          </p:grpSpPr>
          <p:sp>
            <p:nvSpPr>
              <p:cNvPr id="9186" name="Google Shape;9186;p85"/>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5"/>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5"/>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5"/>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5"/>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5"/>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85"/>
            <p:cNvGrpSpPr/>
            <p:nvPr/>
          </p:nvGrpSpPr>
          <p:grpSpPr>
            <a:xfrm>
              <a:off x="1766187" y="1179665"/>
              <a:ext cx="80700" cy="1526144"/>
              <a:chOff x="1766187" y="1179665"/>
              <a:chExt cx="80700" cy="1526144"/>
            </a:xfrm>
          </p:grpSpPr>
          <p:sp>
            <p:nvSpPr>
              <p:cNvPr id="9197" name="Google Shape;9197;p85"/>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5"/>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5"/>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5"/>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5"/>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5"/>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5"/>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5"/>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5"/>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7" name="Google Shape;9207;p85"/>
            <p:cNvGrpSpPr/>
            <p:nvPr/>
          </p:nvGrpSpPr>
          <p:grpSpPr>
            <a:xfrm>
              <a:off x="1936935" y="1179665"/>
              <a:ext cx="80700" cy="1526144"/>
              <a:chOff x="1936935" y="1179665"/>
              <a:chExt cx="80700" cy="1526144"/>
            </a:xfrm>
          </p:grpSpPr>
          <p:sp>
            <p:nvSpPr>
              <p:cNvPr id="9208" name="Google Shape;9208;p85"/>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5"/>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5"/>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5"/>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5"/>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8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8" name="Google Shape;9218;p85"/>
            <p:cNvGrpSpPr/>
            <p:nvPr/>
          </p:nvGrpSpPr>
          <p:grpSpPr>
            <a:xfrm>
              <a:off x="2110795" y="1179665"/>
              <a:ext cx="80700" cy="1526144"/>
              <a:chOff x="2110795" y="1179665"/>
              <a:chExt cx="80700" cy="1526144"/>
            </a:xfrm>
          </p:grpSpPr>
          <p:sp>
            <p:nvSpPr>
              <p:cNvPr id="9219" name="Google Shape;9219;p85"/>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5"/>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5"/>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5"/>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85"/>
            <p:cNvGrpSpPr/>
            <p:nvPr/>
          </p:nvGrpSpPr>
          <p:grpSpPr>
            <a:xfrm>
              <a:off x="2284655" y="1179665"/>
              <a:ext cx="80700" cy="1526144"/>
              <a:chOff x="2284655" y="1179665"/>
              <a:chExt cx="80700" cy="1526144"/>
            </a:xfrm>
          </p:grpSpPr>
          <p:sp>
            <p:nvSpPr>
              <p:cNvPr id="9230" name="Google Shape;9230;p85"/>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85"/>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5"/>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5"/>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85"/>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5"/>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40" name="Google Shape;9240;p85"/>
          <p:cNvGrpSpPr/>
          <p:nvPr/>
        </p:nvGrpSpPr>
        <p:grpSpPr>
          <a:xfrm>
            <a:off x="2603242" y="985003"/>
            <a:ext cx="1364248" cy="1102133"/>
            <a:chOff x="2623904" y="1198803"/>
            <a:chExt cx="1364248" cy="1102133"/>
          </a:xfrm>
        </p:grpSpPr>
        <p:grpSp>
          <p:nvGrpSpPr>
            <p:cNvPr id="9241" name="Google Shape;9241;p85"/>
            <p:cNvGrpSpPr/>
            <p:nvPr/>
          </p:nvGrpSpPr>
          <p:grpSpPr>
            <a:xfrm>
              <a:off x="2623907" y="1198803"/>
              <a:ext cx="1364245" cy="273000"/>
              <a:chOff x="2623907" y="1198803"/>
              <a:chExt cx="1364245" cy="273000"/>
            </a:xfrm>
          </p:grpSpPr>
          <p:sp>
            <p:nvSpPr>
              <p:cNvPr id="9242" name="Google Shape;9242;p85"/>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8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85"/>
            <p:cNvGrpSpPr/>
            <p:nvPr/>
          </p:nvGrpSpPr>
          <p:grpSpPr>
            <a:xfrm>
              <a:off x="2623904" y="1476964"/>
              <a:ext cx="1364245" cy="273000"/>
              <a:chOff x="2623904" y="1476964"/>
              <a:chExt cx="1364245" cy="273000"/>
            </a:xfrm>
          </p:grpSpPr>
          <p:sp>
            <p:nvSpPr>
              <p:cNvPr id="9248" name="Google Shape;9248;p85"/>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5"/>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5"/>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3" name="Google Shape;9253;p85"/>
            <p:cNvGrpSpPr/>
            <p:nvPr/>
          </p:nvGrpSpPr>
          <p:grpSpPr>
            <a:xfrm>
              <a:off x="2623907" y="1749775"/>
              <a:ext cx="1364245" cy="273000"/>
              <a:chOff x="2623907" y="1749775"/>
              <a:chExt cx="1364245" cy="273000"/>
            </a:xfrm>
          </p:grpSpPr>
          <p:sp>
            <p:nvSpPr>
              <p:cNvPr id="9254" name="Google Shape;9254;p85"/>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5"/>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8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9" name="Google Shape;9259;p85"/>
            <p:cNvGrpSpPr/>
            <p:nvPr/>
          </p:nvGrpSpPr>
          <p:grpSpPr>
            <a:xfrm>
              <a:off x="2623904" y="2027936"/>
              <a:ext cx="1364245" cy="273000"/>
              <a:chOff x="2623904" y="2027936"/>
              <a:chExt cx="1364245" cy="273000"/>
            </a:xfrm>
          </p:grpSpPr>
          <p:sp>
            <p:nvSpPr>
              <p:cNvPr id="9260" name="Google Shape;9260;p8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8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65" name="Google Shape;9265;p85"/>
          <p:cNvGrpSpPr/>
          <p:nvPr/>
        </p:nvGrpSpPr>
        <p:grpSpPr>
          <a:xfrm>
            <a:off x="2592703" y="2444186"/>
            <a:ext cx="1387541" cy="159124"/>
            <a:chOff x="3200660" y="2180272"/>
            <a:chExt cx="2563824" cy="378237"/>
          </a:xfrm>
        </p:grpSpPr>
        <p:sp>
          <p:nvSpPr>
            <p:cNvPr id="9266" name="Google Shape;9266;p8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8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8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4" name="Google Shape;9284;p85"/>
          <p:cNvGrpSpPr/>
          <p:nvPr/>
        </p:nvGrpSpPr>
        <p:grpSpPr>
          <a:xfrm>
            <a:off x="2589227" y="2722011"/>
            <a:ext cx="1390502" cy="159625"/>
            <a:chOff x="3530150" y="2790075"/>
            <a:chExt cx="1962600" cy="225300"/>
          </a:xfrm>
        </p:grpSpPr>
        <p:sp>
          <p:nvSpPr>
            <p:cNvPr id="9285" name="Google Shape;9285;p85"/>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5"/>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7" name="Google Shape;9287;p85"/>
          <p:cNvGrpSpPr/>
          <p:nvPr/>
        </p:nvGrpSpPr>
        <p:grpSpPr>
          <a:xfrm>
            <a:off x="2589880" y="3000337"/>
            <a:ext cx="1411629" cy="153761"/>
            <a:chOff x="3558802" y="4011427"/>
            <a:chExt cx="1866000" cy="111300"/>
          </a:xfrm>
        </p:grpSpPr>
        <p:sp>
          <p:nvSpPr>
            <p:cNvPr id="9288" name="Google Shape;9288;p85"/>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5"/>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85"/>
          <p:cNvGrpSpPr/>
          <p:nvPr/>
        </p:nvGrpSpPr>
        <p:grpSpPr>
          <a:xfrm>
            <a:off x="2589573" y="2205736"/>
            <a:ext cx="1383503" cy="119749"/>
            <a:chOff x="3465975" y="2270276"/>
            <a:chExt cx="1986364" cy="171929"/>
          </a:xfrm>
        </p:grpSpPr>
        <p:sp>
          <p:nvSpPr>
            <p:cNvPr id="9291" name="Google Shape;9291;p8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5"/>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5"/>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5"/>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5"/>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5"/>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85"/>
          <p:cNvGrpSpPr/>
          <p:nvPr/>
        </p:nvGrpSpPr>
        <p:grpSpPr>
          <a:xfrm>
            <a:off x="2600580" y="3569387"/>
            <a:ext cx="1369531" cy="195460"/>
            <a:chOff x="723300" y="4253549"/>
            <a:chExt cx="2276482" cy="324900"/>
          </a:xfrm>
        </p:grpSpPr>
        <p:sp>
          <p:nvSpPr>
            <p:cNvPr id="9300" name="Google Shape;9300;p8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8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5"/>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5" name="Google Shape;9305;p85"/>
          <p:cNvGrpSpPr/>
          <p:nvPr/>
        </p:nvGrpSpPr>
        <p:grpSpPr>
          <a:xfrm>
            <a:off x="2590141" y="3270567"/>
            <a:ext cx="1389066" cy="180119"/>
            <a:chOff x="705948" y="3788465"/>
            <a:chExt cx="2308953" cy="299400"/>
          </a:xfrm>
        </p:grpSpPr>
        <p:sp>
          <p:nvSpPr>
            <p:cNvPr id="9306" name="Google Shape;9306;p8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8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8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85"/>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85"/>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1" name="Google Shape;9311;p85"/>
          <p:cNvGrpSpPr/>
          <p:nvPr/>
        </p:nvGrpSpPr>
        <p:grpSpPr>
          <a:xfrm>
            <a:off x="2638078" y="3883547"/>
            <a:ext cx="1304609" cy="294074"/>
            <a:chOff x="2658741" y="4097347"/>
            <a:chExt cx="1304609" cy="294074"/>
          </a:xfrm>
        </p:grpSpPr>
        <p:grpSp>
          <p:nvGrpSpPr>
            <p:cNvPr id="9312" name="Google Shape;9312;p85"/>
            <p:cNvGrpSpPr/>
            <p:nvPr/>
          </p:nvGrpSpPr>
          <p:grpSpPr>
            <a:xfrm>
              <a:off x="2658741" y="4097347"/>
              <a:ext cx="118572" cy="294074"/>
              <a:chOff x="3343310" y="4475555"/>
              <a:chExt cx="127717" cy="316753"/>
            </a:xfrm>
          </p:grpSpPr>
          <p:sp>
            <p:nvSpPr>
              <p:cNvPr id="9313" name="Google Shape;9313;p8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85"/>
            <p:cNvGrpSpPr/>
            <p:nvPr/>
          </p:nvGrpSpPr>
          <p:grpSpPr>
            <a:xfrm>
              <a:off x="3815519" y="4098388"/>
              <a:ext cx="147831" cy="291991"/>
              <a:chOff x="3527539" y="4476677"/>
              <a:chExt cx="159232" cy="314510"/>
            </a:xfrm>
          </p:grpSpPr>
          <p:sp>
            <p:nvSpPr>
              <p:cNvPr id="9316" name="Google Shape;9316;p8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8" name="Google Shape;9318;p85"/>
            <p:cNvGrpSpPr/>
            <p:nvPr/>
          </p:nvGrpSpPr>
          <p:grpSpPr>
            <a:xfrm>
              <a:off x="3511696" y="4098388"/>
              <a:ext cx="147831" cy="291991"/>
              <a:chOff x="3527539" y="4476677"/>
              <a:chExt cx="159232" cy="314510"/>
            </a:xfrm>
          </p:grpSpPr>
          <p:sp>
            <p:nvSpPr>
              <p:cNvPr id="9319" name="Google Shape;9319;p8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1" name="Google Shape;9321;p85"/>
            <p:cNvGrpSpPr/>
            <p:nvPr/>
          </p:nvGrpSpPr>
          <p:grpSpPr>
            <a:xfrm>
              <a:off x="3207874" y="4098388"/>
              <a:ext cx="147831" cy="291991"/>
              <a:chOff x="3527539" y="4476677"/>
              <a:chExt cx="159232" cy="314510"/>
            </a:xfrm>
          </p:grpSpPr>
          <p:sp>
            <p:nvSpPr>
              <p:cNvPr id="9322" name="Google Shape;9322;p8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8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85"/>
            <p:cNvGrpSpPr/>
            <p:nvPr/>
          </p:nvGrpSpPr>
          <p:grpSpPr>
            <a:xfrm>
              <a:off x="2933305" y="4097347"/>
              <a:ext cx="118572" cy="294074"/>
              <a:chOff x="3343310" y="4475555"/>
              <a:chExt cx="127717" cy="316753"/>
            </a:xfrm>
          </p:grpSpPr>
          <p:sp>
            <p:nvSpPr>
              <p:cNvPr id="9325" name="Google Shape;9325;p8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27" name="Google Shape;9327;p85"/>
          <p:cNvGrpSpPr/>
          <p:nvPr/>
        </p:nvGrpSpPr>
        <p:grpSpPr>
          <a:xfrm>
            <a:off x="4256908" y="1866669"/>
            <a:ext cx="1433821" cy="191501"/>
            <a:chOff x="4273350" y="2080469"/>
            <a:chExt cx="1433821" cy="191501"/>
          </a:xfrm>
        </p:grpSpPr>
        <p:grpSp>
          <p:nvGrpSpPr>
            <p:cNvPr id="9328" name="Google Shape;9328;p85"/>
            <p:cNvGrpSpPr/>
            <p:nvPr/>
          </p:nvGrpSpPr>
          <p:grpSpPr>
            <a:xfrm>
              <a:off x="4273350" y="2080469"/>
              <a:ext cx="1433821" cy="0"/>
              <a:chOff x="5224975" y="2962250"/>
              <a:chExt cx="1544400" cy="0"/>
            </a:xfrm>
          </p:grpSpPr>
          <p:cxnSp>
            <p:nvCxnSpPr>
              <p:cNvPr id="9329" name="Google Shape;9329;p85"/>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330" name="Google Shape;9330;p85"/>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331" name="Google Shape;9331;p85"/>
            <p:cNvGrpSpPr/>
            <p:nvPr/>
          </p:nvGrpSpPr>
          <p:grpSpPr>
            <a:xfrm>
              <a:off x="4273350" y="2271969"/>
              <a:ext cx="1433821" cy="0"/>
              <a:chOff x="5224975" y="2962250"/>
              <a:chExt cx="1544400" cy="0"/>
            </a:xfrm>
          </p:grpSpPr>
          <p:cxnSp>
            <p:nvCxnSpPr>
              <p:cNvPr id="9332" name="Google Shape;9332;p85"/>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333" name="Google Shape;9333;p85"/>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334" name="Google Shape;9334;p85"/>
          <p:cNvGrpSpPr/>
          <p:nvPr/>
        </p:nvGrpSpPr>
        <p:grpSpPr>
          <a:xfrm>
            <a:off x="4258463" y="969236"/>
            <a:ext cx="1430711" cy="743389"/>
            <a:chOff x="5159450" y="1919950"/>
            <a:chExt cx="1541050" cy="862500"/>
          </a:xfrm>
        </p:grpSpPr>
        <p:sp>
          <p:nvSpPr>
            <p:cNvPr id="9335" name="Google Shape;9335;p8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9336" name="Google Shape;9336;p85"/>
            <p:cNvGrpSpPr/>
            <p:nvPr/>
          </p:nvGrpSpPr>
          <p:grpSpPr>
            <a:xfrm>
              <a:off x="5159450" y="1919950"/>
              <a:ext cx="1541050" cy="862500"/>
              <a:chOff x="5159450" y="1919950"/>
              <a:chExt cx="1541050" cy="862500"/>
            </a:xfrm>
          </p:grpSpPr>
          <p:cxnSp>
            <p:nvCxnSpPr>
              <p:cNvPr id="9337" name="Google Shape;9337;p8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338" name="Google Shape;9338;p8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339" name="Google Shape;9339;p85"/>
          <p:cNvGrpSpPr/>
          <p:nvPr/>
        </p:nvGrpSpPr>
        <p:grpSpPr>
          <a:xfrm>
            <a:off x="4248577" y="2192564"/>
            <a:ext cx="1450484" cy="1052087"/>
            <a:chOff x="5230575" y="1554475"/>
            <a:chExt cx="2137150" cy="1550150"/>
          </a:xfrm>
        </p:grpSpPr>
        <p:sp>
          <p:nvSpPr>
            <p:cNvPr id="9340" name="Google Shape;9340;p85"/>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85"/>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5"/>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5"/>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5"/>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5"/>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5"/>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5"/>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5"/>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5"/>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5"/>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5"/>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5"/>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3" name="Google Shape;9353;p85"/>
          <p:cNvGrpSpPr/>
          <p:nvPr/>
        </p:nvGrpSpPr>
        <p:grpSpPr>
          <a:xfrm rot="10800000">
            <a:off x="4265127" y="3284753"/>
            <a:ext cx="1417383" cy="887946"/>
            <a:chOff x="5645403" y="2920021"/>
            <a:chExt cx="2650800" cy="2180614"/>
          </a:xfrm>
        </p:grpSpPr>
        <p:sp>
          <p:nvSpPr>
            <p:cNvPr id="9354" name="Google Shape;9354;p85"/>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55" name="Google Shape;9355;p85"/>
            <p:cNvCxnSpPr>
              <a:stCxn id="935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356" name="Google Shape;9356;p85"/>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57" name="Google Shape;9357;p85"/>
            <p:cNvCxnSpPr>
              <a:endCxn id="9356"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9358" name="Google Shape;9358;p85"/>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59" name="Google Shape;9359;p85"/>
            <p:cNvCxnSpPr>
              <a:stCxn id="9358"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360" name="Google Shape;9360;p85"/>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61" name="Google Shape;9361;p85"/>
            <p:cNvCxnSpPr>
              <a:endCxn id="936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362" name="Google Shape;9362;p85"/>
          <p:cNvGrpSpPr/>
          <p:nvPr/>
        </p:nvGrpSpPr>
        <p:grpSpPr>
          <a:xfrm>
            <a:off x="7365487" y="2188108"/>
            <a:ext cx="1071743" cy="1021579"/>
            <a:chOff x="7189833" y="2022667"/>
            <a:chExt cx="1251159" cy="1192597"/>
          </a:xfrm>
        </p:grpSpPr>
        <p:sp>
          <p:nvSpPr>
            <p:cNvPr id="9363" name="Google Shape;9363;p85"/>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5"/>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85"/>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85"/>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7" name="Google Shape;9367;p85"/>
          <p:cNvGrpSpPr/>
          <p:nvPr/>
        </p:nvGrpSpPr>
        <p:grpSpPr>
          <a:xfrm>
            <a:off x="706758" y="2614515"/>
            <a:ext cx="1695374" cy="1560837"/>
            <a:chOff x="727421" y="2828315"/>
            <a:chExt cx="1695374" cy="1560837"/>
          </a:xfrm>
        </p:grpSpPr>
        <p:grpSp>
          <p:nvGrpSpPr>
            <p:cNvPr id="9368" name="Google Shape;9368;p85"/>
            <p:cNvGrpSpPr/>
            <p:nvPr/>
          </p:nvGrpSpPr>
          <p:grpSpPr>
            <a:xfrm>
              <a:off x="819108" y="2882501"/>
              <a:ext cx="103104" cy="1426186"/>
              <a:chOff x="4674013" y="3100904"/>
              <a:chExt cx="122758" cy="1698043"/>
            </a:xfrm>
          </p:grpSpPr>
          <p:sp>
            <p:nvSpPr>
              <p:cNvPr id="9369" name="Google Shape;9369;p8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8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6" name="Google Shape;9376;p85"/>
            <p:cNvGrpSpPr/>
            <p:nvPr/>
          </p:nvGrpSpPr>
          <p:grpSpPr>
            <a:xfrm>
              <a:off x="1062475" y="2882501"/>
              <a:ext cx="103104" cy="1426186"/>
              <a:chOff x="4940438" y="3100904"/>
              <a:chExt cx="122758" cy="1698043"/>
            </a:xfrm>
          </p:grpSpPr>
          <p:sp>
            <p:nvSpPr>
              <p:cNvPr id="9377" name="Google Shape;9377;p8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4" name="Google Shape;9384;p85"/>
            <p:cNvGrpSpPr/>
            <p:nvPr/>
          </p:nvGrpSpPr>
          <p:grpSpPr>
            <a:xfrm>
              <a:off x="1299324" y="2882501"/>
              <a:ext cx="103104" cy="1426186"/>
              <a:chOff x="5206863" y="3100904"/>
              <a:chExt cx="122758" cy="1698043"/>
            </a:xfrm>
          </p:grpSpPr>
          <p:sp>
            <p:nvSpPr>
              <p:cNvPr id="9385" name="Google Shape;9385;p8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8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2" name="Google Shape;9392;p85"/>
            <p:cNvGrpSpPr/>
            <p:nvPr/>
          </p:nvGrpSpPr>
          <p:grpSpPr>
            <a:xfrm>
              <a:off x="1786057" y="2882501"/>
              <a:ext cx="103104" cy="1426186"/>
              <a:chOff x="6006138" y="3143629"/>
              <a:chExt cx="122758" cy="1698043"/>
            </a:xfrm>
          </p:grpSpPr>
          <p:sp>
            <p:nvSpPr>
              <p:cNvPr id="9393" name="Google Shape;9393;p8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8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85"/>
            <p:cNvGrpSpPr/>
            <p:nvPr/>
          </p:nvGrpSpPr>
          <p:grpSpPr>
            <a:xfrm>
              <a:off x="2029422" y="2882501"/>
              <a:ext cx="103104" cy="1426186"/>
              <a:chOff x="6805413" y="3100904"/>
              <a:chExt cx="122758" cy="1698043"/>
            </a:xfrm>
          </p:grpSpPr>
          <p:sp>
            <p:nvSpPr>
              <p:cNvPr id="9401" name="Google Shape;9401;p8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8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8" name="Google Shape;9408;p85"/>
            <p:cNvGrpSpPr/>
            <p:nvPr/>
          </p:nvGrpSpPr>
          <p:grpSpPr>
            <a:xfrm>
              <a:off x="727421" y="2828315"/>
              <a:ext cx="1695374" cy="1560837"/>
              <a:chOff x="734799" y="2782450"/>
              <a:chExt cx="1571100" cy="1577400"/>
            </a:xfrm>
          </p:grpSpPr>
          <p:cxnSp>
            <p:nvCxnSpPr>
              <p:cNvPr id="9409" name="Google Shape;9409;p8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410" name="Google Shape;9410;p8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411" name="Google Shape;9411;p85"/>
            <p:cNvGrpSpPr/>
            <p:nvPr/>
          </p:nvGrpSpPr>
          <p:grpSpPr>
            <a:xfrm>
              <a:off x="2272795" y="2882501"/>
              <a:ext cx="103104" cy="1426186"/>
              <a:chOff x="5206863" y="3100904"/>
              <a:chExt cx="122758" cy="1698043"/>
            </a:xfrm>
          </p:grpSpPr>
          <p:sp>
            <p:nvSpPr>
              <p:cNvPr id="9412" name="Google Shape;9412;p8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85"/>
            <p:cNvGrpSpPr/>
            <p:nvPr/>
          </p:nvGrpSpPr>
          <p:grpSpPr>
            <a:xfrm>
              <a:off x="1542694" y="2882501"/>
              <a:ext cx="103104" cy="1426186"/>
              <a:chOff x="6006138" y="3143629"/>
              <a:chExt cx="122758" cy="1698043"/>
            </a:xfrm>
          </p:grpSpPr>
          <p:sp>
            <p:nvSpPr>
              <p:cNvPr id="9420" name="Google Shape;9420;p8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7" name="Google Shape;9427;p85"/>
          <p:cNvGrpSpPr/>
          <p:nvPr/>
        </p:nvGrpSpPr>
        <p:grpSpPr>
          <a:xfrm>
            <a:off x="5915338" y="2192087"/>
            <a:ext cx="1248543" cy="1025319"/>
            <a:chOff x="5183758" y="1210600"/>
            <a:chExt cx="3605380" cy="2960783"/>
          </a:xfrm>
        </p:grpSpPr>
        <p:sp>
          <p:nvSpPr>
            <p:cNvPr id="9428" name="Google Shape;9428;p8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32" name="Google Shape;9432;p85"/>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433" name="Google Shape;9433;p85"/>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434" name="Google Shape;9434;p85"/>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435" name="Google Shape;9435;p85"/>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436" name="Google Shape;9436;p85"/>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7" name="Google Shape;9437;p85"/>
          <p:cNvGrpSpPr/>
          <p:nvPr/>
        </p:nvGrpSpPr>
        <p:grpSpPr>
          <a:xfrm>
            <a:off x="5772399" y="3330404"/>
            <a:ext cx="2664831" cy="843440"/>
            <a:chOff x="5916567" y="1099697"/>
            <a:chExt cx="2556683" cy="809211"/>
          </a:xfrm>
        </p:grpSpPr>
        <p:sp>
          <p:nvSpPr>
            <p:cNvPr id="9438" name="Google Shape;9438;p85"/>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5"/>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5"/>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5"/>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5"/>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5"/>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5"/>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5"/>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6" name="Google Shape;9446;p85"/>
          <p:cNvGrpSpPr/>
          <p:nvPr/>
        </p:nvGrpSpPr>
        <p:grpSpPr>
          <a:xfrm>
            <a:off x="5879940" y="979263"/>
            <a:ext cx="1299851" cy="1023338"/>
            <a:chOff x="5900602" y="1193063"/>
            <a:chExt cx="1299851" cy="1023338"/>
          </a:xfrm>
        </p:grpSpPr>
        <p:grpSp>
          <p:nvGrpSpPr>
            <p:cNvPr id="9447" name="Google Shape;9447;p85"/>
            <p:cNvGrpSpPr/>
            <p:nvPr/>
          </p:nvGrpSpPr>
          <p:grpSpPr>
            <a:xfrm>
              <a:off x="6743564" y="1193063"/>
              <a:ext cx="456889" cy="700379"/>
              <a:chOff x="6743564" y="1193063"/>
              <a:chExt cx="456889" cy="700379"/>
            </a:xfrm>
          </p:grpSpPr>
          <p:grpSp>
            <p:nvGrpSpPr>
              <p:cNvPr id="9448" name="Google Shape;9448;p85"/>
              <p:cNvGrpSpPr/>
              <p:nvPr/>
            </p:nvGrpSpPr>
            <p:grpSpPr>
              <a:xfrm>
                <a:off x="6743564" y="1690731"/>
                <a:ext cx="214402" cy="202710"/>
                <a:chOff x="6743564" y="1690731"/>
                <a:chExt cx="214402" cy="202710"/>
              </a:xfrm>
            </p:grpSpPr>
            <p:sp>
              <p:nvSpPr>
                <p:cNvPr id="9449" name="Google Shape;9449;p85"/>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5"/>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1" name="Google Shape;9451;p85"/>
              <p:cNvGrpSpPr/>
              <p:nvPr/>
            </p:nvGrpSpPr>
            <p:grpSpPr>
              <a:xfrm>
                <a:off x="6915505" y="1193063"/>
                <a:ext cx="284947" cy="589637"/>
                <a:chOff x="6915505" y="1193063"/>
                <a:chExt cx="284947" cy="589637"/>
              </a:xfrm>
            </p:grpSpPr>
            <p:sp>
              <p:nvSpPr>
                <p:cNvPr id="9452" name="Google Shape;9452;p8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53" name="Google Shape;9453;p85"/>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454" name="Google Shape;9454;p85"/>
            <p:cNvGrpSpPr/>
            <p:nvPr/>
          </p:nvGrpSpPr>
          <p:grpSpPr>
            <a:xfrm>
              <a:off x="6520337" y="1193063"/>
              <a:ext cx="341815" cy="801589"/>
              <a:chOff x="6520337" y="1193063"/>
              <a:chExt cx="341815" cy="801589"/>
            </a:xfrm>
          </p:grpSpPr>
          <p:grpSp>
            <p:nvGrpSpPr>
              <p:cNvPr id="9455" name="Google Shape;9455;p85"/>
              <p:cNvGrpSpPr/>
              <p:nvPr/>
            </p:nvGrpSpPr>
            <p:grpSpPr>
              <a:xfrm>
                <a:off x="6520337" y="1589527"/>
                <a:ext cx="213950" cy="405125"/>
                <a:chOff x="6520337" y="1589527"/>
                <a:chExt cx="213950" cy="405125"/>
              </a:xfrm>
            </p:grpSpPr>
            <p:sp>
              <p:nvSpPr>
                <p:cNvPr id="9456" name="Google Shape;9456;p8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5"/>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85"/>
              <p:cNvGrpSpPr/>
              <p:nvPr/>
            </p:nvGrpSpPr>
            <p:grpSpPr>
              <a:xfrm>
                <a:off x="6577204" y="1193063"/>
                <a:ext cx="284947" cy="453562"/>
                <a:chOff x="6577204" y="1193063"/>
                <a:chExt cx="284947" cy="453562"/>
              </a:xfrm>
            </p:grpSpPr>
            <p:sp>
              <p:nvSpPr>
                <p:cNvPr id="9459" name="Google Shape;9459;p8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0" name="Google Shape;9460;p85"/>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461" name="Google Shape;9461;p85"/>
            <p:cNvGrpSpPr/>
            <p:nvPr/>
          </p:nvGrpSpPr>
          <p:grpSpPr>
            <a:xfrm>
              <a:off x="6238903" y="1193063"/>
              <a:ext cx="300475" cy="901782"/>
              <a:chOff x="6238903" y="1193063"/>
              <a:chExt cx="300475" cy="901782"/>
            </a:xfrm>
          </p:grpSpPr>
          <p:grpSp>
            <p:nvGrpSpPr>
              <p:cNvPr id="9462" name="Google Shape;9462;p85"/>
              <p:cNvGrpSpPr/>
              <p:nvPr/>
            </p:nvGrpSpPr>
            <p:grpSpPr>
              <a:xfrm>
                <a:off x="6290865" y="1489315"/>
                <a:ext cx="248514" cy="605530"/>
                <a:chOff x="6290865" y="1489315"/>
                <a:chExt cx="248514" cy="605530"/>
              </a:xfrm>
            </p:grpSpPr>
            <p:sp>
              <p:nvSpPr>
                <p:cNvPr id="9463" name="Google Shape;9463;p8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5"/>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5" name="Google Shape;9465;p85"/>
              <p:cNvGrpSpPr/>
              <p:nvPr/>
            </p:nvGrpSpPr>
            <p:grpSpPr>
              <a:xfrm>
                <a:off x="6238903" y="1193063"/>
                <a:ext cx="284947" cy="327512"/>
                <a:chOff x="6238903" y="1193063"/>
                <a:chExt cx="284947" cy="327512"/>
              </a:xfrm>
            </p:grpSpPr>
            <p:sp>
              <p:nvSpPr>
                <p:cNvPr id="9466" name="Google Shape;9466;p8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7" name="Google Shape;9467;p85"/>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468" name="Google Shape;9468;p85"/>
            <p:cNvGrpSpPr/>
            <p:nvPr/>
          </p:nvGrpSpPr>
          <p:grpSpPr>
            <a:xfrm>
              <a:off x="5900602" y="1193063"/>
              <a:ext cx="444345" cy="1023338"/>
              <a:chOff x="5900602" y="1193063"/>
              <a:chExt cx="444345" cy="1023338"/>
            </a:xfrm>
          </p:grpSpPr>
          <p:grpSp>
            <p:nvGrpSpPr>
              <p:cNvPr id="9469" name="Google Shape;9469;p85"/>
              <p:cNvGrpSpPr/>
              <p:nvPr/>
            </p:nvGrpSpPr>
            <p:grpSpPr>
              <a:xfrm>
                <a:off x="6046501" y="1367785"/>
                <a:ext cx="298446" cy="848616"/>
                <a:chOff x="6046501" y="1367785"/>
                <a:chExt cx="298446" cy="848616"/>
              </a:xfrm>
            </p:grpSpPr>
            <p:sp>
              <p:nvSpPr>
                <p:cNvPr id="9470" name="Google Shape;9470;p8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5"/>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2" name="Google Shape;9472;p85"/>
              <p:cNvGrpSpPr/>
              <p:nvPr/>
            </p:nvGrpSpPr>
            <p:grpSpPr>
              <a:xfrm>
                <a:off x="5900602" y="1193063"/>
                <a:ext cx="284947" cy="182312"/>
                <a:chOff x="5900602" y="1193063"/>
                <a:chExt cx="284947" cy="182312"/>
              </a:xfrm>
            </p:grpSpPr>
            <p:sp>
              <p:nvSpPr>
                <p:cNvPr id="9473" name="Google Shape;9473;p8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74" name="Google Shape;9474;p8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475" name="Google Shape;9475;p85"/>
          <p:cNvGrpSpPr/>
          <p:nvPr/>
        </p:nvGrpSpPr>
        <p:grpSpPr>
          <a:xfrm>
            <a:off x="7217822" y="979408"/>
            <a:ext cx="1219413" cy="1051365"/>
            <a:chOff x="7287122" y="1165658"/>
            <a:chExt cx="1219413" cy="1051365"/>
          </a:xfrm>
        </p:grpSpPr>
        <p:grpSp>
          <p:nvGrpSpPr>
            <p:cNvPr id="9476" name="Google Shape;9476;p85"/>
            <p:cNvGrpSpPr/>
            <p:nvPr/>
          </p:nvGrpSpPr>
          <p:grpSpPr>
            <a:xfrm>
              <a:off x="7287122" y="1969723"/>
              <a:ext cx="1219413" cy="247300"/>
              <a:chOff x="7287122" y="1969723"/>
              <a:chExt cx="1219413" cy="247300"/>
            </a:xfrm>
          </p:grpSpPr>
          <p:sp>
            <p:nvSpPr>
              <p:cNvPr id="9477" name="Google Shape;9477;p8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8" name="Google Shape;9478;p85"/>
              <p:cNvGrpSpPr/>
              <p:nvPr/>
            </p:nvGrpSpPr>
            <p:grpSpPr>
              <a:xfrm>
                <a:off x="7287122" y="2063892"/>
                <a:ext cx="1151753" cy="73428"/>
                <a:chOff x="7287122" y="2063892"/>
                <a:chExt cx="1151753" cy="73428"/>
              </a:xfrm>
            </p:grpSpPr>
            <p:sp>
              <p:nvSpPr>
                <p:cNvPr id="9479" name="Google Shape;9479;p8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80" name="Google Shape;9480;p8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481" name="Google Shape;9481;p85"/>
            <p:cNvGrpSpPr/>
            <p:nvPr/>
          </p:nvGrpSpPr>
          <p:grpSpPr>
            <a:xfrm>
              <a:off x="7287122" y="1712201"/>
              <a:ext cx="1219403" cy="246767"/>
              <a:chOff x="7287122" y="1712201"/>
              <a:chExt cx="1219403" cy="246767"/>
            </a:xfrm>
          </p:grpSpPr>
          <p:sp>
            <p:nvSpPr>
              <p:cNvPr id="9482" name="Google Shape;9482;p8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3" name="Google Shape;9483;p85"/>
              <p:cNvGrpSpPr/>
              <p:nvPr/>
            </p:nvGrpSpPr>
            <p:grpSpPr>
              <a:xfrm>
                <a:off x="7287122" y="1842861"/>
                <a:ext cx="1005303" cy="73419"/>
                <a:chOff x="7287122" y="1842861"/>
                <a:chExt cx="1005303" cy="73419"/>
              </a:xfrm>
            </p:grpSpPr>
            <p:sp>
              <p:nvSpPr>
                <p:cNvPr id="9484" name="Google Shape;9484;p8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85" name="Google Shape;9485;p8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486" name="Google Shape;9486;p85"/>
            <p:cNvGrpSpPr/>
            <p:nvPr/>
          </p:nvGrpSpPr>
          <p:grpSpPr>
            <a:xfrm>
              <a:off x="7287122" y="1447520"/>
              <a:ext cx="1219403" cy="286667"/>
              <a:chOff x="7287122" y="1447520"/>
              <a:chExt cx="1219403" cy="286667"/>
            </a:xfrm>
          </p:grpSpPr>
          <p:sp>
            <p:nvSpPr>
              <p:cNvPr id="9487" name="Google Shape;9487;p8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8" name="Google Shape;9488;p85"/>
              <p:cNvGrpSpPr/>
              <p:nvPr/>
            </p:nvGrpSpPr>
            <p:grpSpPr>
              <a:xfrm>
                <a:off x="7287122" y="1581977"/>
                <a:ext cx="852803" cy="73428"/>
                <a:chOff x="7287122" y="1581977"/>
                <a:chExt cx="852803" cy="73428"/>
              </a:xfrm>
            </p:grpSpPr>
            <p:sp>
              <p:nvSpPr>
                <p:cNvPr id="9489" name="Google Shape;9489;p8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0" name="Google Shape;9490;p8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491" name="Google Shape;9491;p85"/>
            <p:cNvGrpSpPr/>
            <p:nvPr/>
          </p:nvGrpSpPr>
          <p:grpSpPr>
            <a:xfrm>
              <a:off x="7287122" y="1165658"/>
              <a:ext cx="1219403" cy="344253"/>
              <a:chOff x="7287122" y="1165658"/>
              <a:chExt cx="1219403" cy="344253"/>
            </a:xfrm>
          </p:grpSpPr>
          <p:sp>
            <p:nvSpPr>
              <p:cNvPr id="9492" name="Google Shape;9492;p8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3" name="Google Shape;9493;p85"/>
              <p:cNvGrpSpPr/>
              <p:nvPr/>
            </p:nvGrpSpPr>
            <p:grpSpPr>
              <a:xfrm>
                <a:off x="7287122" y="1341025"/>
                <a:ext cx="695703" cy="73419"/>
                <a:chOff x="7287122" y="1341025"/>
                <a:chExt cx="695703" cy="73419"/>
              </a:xfrm>
            </p:grpSpPr>
            <p:sp>
              <p:nvSpPr>
                <p:cNvPr id="9494" name="Google Shape;9494;p8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5" name="Google Shape;9495;p8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499"/>
        <p:cNvGrpSpPr/>
        <p:nvPr/>
      </p:nvGrpSpPr>
      <p:grpSpPr>
        <a:xfrm>
          <a:off x="0" y="0"/>
          <a:ext cx="0" cy="0"/>
          <a:chOff x="0" y="0"/>
          <a:chExt cx="0" cy="0"/>
        </a:xfrm>
      </p:grpSpPr>
      <p:sp>
        <p:nvSpPr>
          <p:cNvPr id="9500" name="Google Shape;9500;p86"/>
          <p:cNvSpPr txBox="1">
            <a:spLocks noGrp="1"/>
          </p:cNvSpPr>
          <p:nvPr>
            <p:ph type="body" idx="4294967295"/>
          </p:nvPr>
        </p:nvSpPr>
        <p:spPr>
          <a:xfrm>
            <a:off x="828875" y="1176707"/>
            <a:ext cx="7525800" cy="76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chemeClr val="hlink"/>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501" name="Google Shape;9501;p86"/>
          <p:cNvGrpSpPr/>
          <p:nvPr/>
        </p:nvGrpSpPr>
        <p:grpSpPr>
          <a:xfrm>
            <a:off x="845855" y="2307733"/>
            <a:ext cx="340168" cy="298978"/>
            <a:chOff x="892750" y="267400"/>
            <a:chExt cx="483125" cy="424625"/>
          </a:xfrm>
        </p:grpSpPr>
        <p:sp>
          <p:nvSpPr>
            <p:cNvPr id="9502" name="Google Shape;9502;p86"/>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3" name="Google Shape;9503;p86"/>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4" name="Google Shape;9504;p86"/>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05" name="Google Shape;9505;p86"/>
          <p:cNvGrpSpPr/>
          <p:nvPr/>
        </p:nvGrpSpPr>
        <p:grpSpPr>
          <a:xfrm>
            <a:off x="1284289" y="2287121"/>
            <a:ext cx="298996" cy="340204"/>
            <a:chOff x="1516475" y="238075"/>
            <a:chExt cx="424650" cy="483175"/>
          </a:xfrm>
        </p:grpSpPr>
        <p:sp>
          <p:nvSpPr>
            <p:cNvPr id="9506" name="Google Shape;9506;p86"/>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07" name="Google Shape;9507;p86"/>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08" name="Google Shape;9508;p86"/>
          <p:cNvGrpSpPr/>
          <p:nvPr/>
        </p:nvGrpSpPr>
        <p:grpSpPr>
          <a:xfrm>
            <a:off x="1677380" y="2367520"/>
            <a:ext cx="341488" cy="179405"/>
            <a:chOff x="2080675" y="352325"/>
            <a:chExt cx="485000" cy="254800"/>
          </a:xfrm>
        </p:grpSpPr>
        <p:sp>
          <p:nvSpPr>
            <p:cNvPr id="9509" name="Google Shape;9509;p86"/>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0" name="Google Shape;9510;p86"/>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1" name="Google Shape;9511;p86"/>
          <p:cNvGrpSpPr/>
          <p:nvPr/>
        </p:nvGrpSpPr>
        <p:grpSpPr>
          <a:xfrm>
            <a:off x="2126559" y="2287138"/>
            <a:ext cx="298996" cy="340168"/>
            <a:chOff x="2705375" y="238125"/>
            <a:chExt cx="424650" cy="483125"/>
          </a:xfrm>
        </p:grpSpPr>
        <p:sp>
          <p:nvSpPr>
            <p:cNvPr id="9512" name="Google Shape;9512;p86"/>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3" name="Google Shape;9513;p86"/>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4" name="Google Shape;9514;p86"/>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5" name="Google Shape;9515;p86"/>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16" name="Google Shape;9516;p86"/>
          <p:cNvGrpSpPr/>
          <p:nvPr/>
        </p:nvGrpSpPr>
        <p:grpSpPr>
          <a:xfrm>
            <a:off x="2542700" y="2287455"/>
            <a:ext cx="301161" cy="339535"/>
            <a:chOff x="3299850" y="238575"/>
            <a:chExt cx="427725" cy="482225"/>
          </a:xfrm>
        </p:grpSpPr>
        <p:sp>
          <p:nvSpPr>
            <p:cNvPr id="9517" name="Google Shape;9517;p86"/>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8" name="Google Shape;9518;p86"/>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19" name="Google Shape;9519;p86"/>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0" name="Google Shape;9520;p86"/>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1" name="Google Shape;9521;p86"/>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22" name="Google Shape;9522;p86"/>
          <p:cNvGrpSpPr/>
          <p:nvPr/>
        </p:nvGrpSpPr>
        <p:grpSpPr>
          <a:xfrm>
            <a:off x="2929622" y="2287138"/>
            <a:ext cx="352455" cy="340168"/>
            <a:chOff x="3857225" y="238125"/>
            <a:chExt cx="500575" cy="483125"/>
          </a:xfrm>
        </p:grpSpPr>
        <p:sp>
          <p:nvSpPr>
            <p:cNvPr id="9523" name="Google Shape;9523;p86"/>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4" name="Google Shape;9524;p86"/>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5" name="Google Shape;9525;p86"/>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6" name="Google Shape;9526;p86"/>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7" name="Google Shape;9527;p86"/>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8" name="Google Shape;9528;p86"/>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29" name="Google Shape;9529;p86"/>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30" name="Google Shape;9530;p86"/>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31" name="Google Shape;9531;p86"/>
          <p:cNvGrpSpPr/>
          <p:nvPr/>
        </p:nvGrpSpPr>
        <p:grpSpPr>
          <a:xfrm>
            <a:off x="3776398" y="2287165"/>
            <a:ext cx="340186" cy="340116"/>
            <a:chOff x="5053900" y="238200"/>
            <a:chExt cx="483150" cy="483050"/>
          </a:xfrm>
        </p:grpSpPr>
        <p:sp>
          <p:nvSpPr>
            <p:cNvPr id="9532" name="Google Shape;9532;p86"/>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3" name="Google Shape;9533;p86"/>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4" name="Google Shape;9534;p86"/>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5" name="Google Shape;9535;p86"/>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36" name="Google Shape;9536;p86"/>
          <p:cNvGrpSpPr/>
          <p:nvPr/>
        </p:nvGrpSpPr>
        <p:grpSpPr>
          <a:xfrm>
            <a:off x="4190348" y="2287138"/>
            <a:ext cx="340168" cy="340168"/>
            <a:chOff x="5648375" y="238125"/>
            <a:chExt cx="483125" cy="483125"/>
          </a:xfrm>
        </p:grpSpPr>
        <p:sp>
          <p:nvSpPr>
            <p:cNvPr id="9537" name="Google Shape;9537;p86"/>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8" name="Google Shape;9538;p86"/>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39" name="Google Shape;9539;p86"/>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0" name="Google Shape;9540;p86"/>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1" name="Google Shape;9541;p86"/>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2" name="Google Shape;9542;p86"/>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3" name="Google Shape;9543;p86"/>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4" name="Google Shape;9544;p86"/>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5" name="Google Shape;9545;p86"/>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6" name="Google Shape;9546;p86"/>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47" name="Google Shape;9547;p86"/>
          <p:cNvGrpSpPr/>
          <p:nvPr/>
        </p:nvGrpSpPr>
        <p:grpSpPr>
          <a:xfrm>
            <a:off x="4607035" y="2287138"/>
            <a:ext cx="340168" cy="340168"/>
            <a:chOff x="6242825" y="238125"/>
            <a:chExt cx="483125" cy="483125"/>
          </a:xfrm>
        </p:grpSpPr>
        <p:sp>
          <p:nvSpPr>
            <p:cNvPr id="9548" name="Google Shape;9548;p86"/>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49" name="Google Shape;9549;p86"/>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0" name="Google Shape;9550;p86"/>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51" name="Google Shape;9551;p86"/>
          <p:cNvGrpSpPr/>
          <p:nvPr/>
        </p:nvGrpSpPr>
        <p:grpSpPr>
          <a:xfrm>
            <a:off x="844156" y="2727362"/>
            <a:ext cx="343566" cy="298943"/>
            <a:chOff x="889275" y="861850"/>
            <a:chExt cx="487950" cy="424575"/>
          </a:xfrm>
        </p:grpSpPr>
        <p:sp>
          <p:nvSpPr>
            <p:cNvPr id="9552" name="Google Shape;9552;p86"/>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3" name="Google Shape;9553;p86"/>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4" name="Google Shape;9554;p86"/>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5" name="Google Shape;9555;p86"/>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56" name="Google Shape;9556;p86"/>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57" name="Google Shape;9557;p86"/>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58" name="Google Shape;9558;p86"/>
          <p:cNvGrpSpPr/>
          <p:nvPr/>
        </p:nvGrpSpPr>
        <p:grpSpPr>
          <a:xfrm>
            <a:off x="2105973" y="2706749"/>
            <a:ext cx="340168" cy="340168"/>
            <a:chOff x="2676100" y="832575"/>
            <a:chExt cx="483125" cy="483125"/>
          </a:xfrm>
        </p:grpSpPr>
        <p:sp>
          <p:nvSpPr>
            <p:cNvPr id="9559" name="Google Shape;9559;p86"/>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0" name="Google Shape;9560;p86"/>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1" name="Google Shape;9561;p86"/>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62" name="Google Shape;9562;p86"/>
          <p:cNvGrpSpPr/>
          <p:nvPr/>
        </p:nvGrpSpPr>
        <p:grpSpPr>
          <a:xfrm>
            <a:off x="2517477" y="2706749"/>
            <a:ext cx="351610" cy="340168"/>
            <a:chOff x="3270550" y="832575"/>
            <a:chExt cx="499375" cy="483125"/>
          </a:xfrm>
        </p:grpSpPr>
        <p:sp>
          <p:nvSpPr>
            <p:cNvPr id="9563" name="Google Shape;9563;p86"/>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4" name="Google Shape;9564;p86"/>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5" name="Google Shape;9565;p86"/>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66" name="Google Shape;9566;p86"/>
          <p:cNvGrpSpPr/>
          <p:nvPr/>
        </p:nvGrpSpPr>
        <p:grpSpPr>
          <a:xfrm>
            <a:off x="2935756" y="2717381"/>
            <a:ext cx="340186" cy="318904"/>
            <a:chOff x="3865000" y="847675"/>
            <a:chExt cx="483150" cy="452925"/>
          </a:xfrm>
        </p:grpSpPr>
        <p:sp>
          <p:nvSpPr>
            <p:cNvPr id="9567" name="Google Shape;9567;p86"/>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8" name="Google Shape;9568;p86"/>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69" name="Google Shape;9569;p86"/>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70" name="Google Shape;9570;p86"/>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71" name="Google Shape;9571;p86"/>
          <p:cNvGrpSpPr/>
          <p:nvPr/>
        </p:nvGrpSpPr>
        <p:grpSpPr>
          <a:xfrm>
            <a:off x="3351439" y="2727300"/>
            <a:ext cx="344798" cy="299066"/>
            <a:chOff x="4452900" y="861750"/>
            <a:chExt cx="489700" cy="424750"/>
          </a:xfrm>
        </p:grpSpPr>
        <p:sp>
          <p:nvSpPr>
            <p:cNvPr id="9572" name="Google Shape;9572;p86"/>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73" name="Google Shape;9573;p86"/>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74" name="Google Shape;9574;p86"/>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75" name="Google Shape;9575;p86"/>
          <p:cNvGrpSpPr/>
          <p:nvPr/>
        </p:nvGrpSpPr>
        <p:grpSpPr>
          <a:xfrm>
            <a:off x="3768671" y="2706758"/>
            <a:ext cx="355641" cy="340151"/>
            <a:chOff x="5049750" y="832600"/>
            <a:chExt cx="505100" cy="483100"/>
          </a:xfrm>
        </p:grpSpPr>
        <p:sp>
          <p:nvSpPr>
            <p:cNvPr id="9576" name="Google Shape;9576;p86"/>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77" name="Google Shape;9577;p86"/>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78" name="Google Shape;9578;p86"/>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79" name="Google Shape;9579;p86"/>
          <p:cNvGrpSpPr/>
          <p:nvPr/>
        </p:nvGrpSpPr>
        <p:grpSpPr>
          <a:xfrm>
            <a:off x="4627621" y="2706749"/>
            <a:ext cx="298996" cy="340168"/>
            <a:chOff x="6272100" y="832575"/>
            <a:chExt cx="424650" cy="483125"/>
          </a:xfrm>
        </p:grpSpPr>
        <p:sp>
          <p:nvSpPr>
            <p:cNvPr id="9580" name="Google Shape;9580;p86"/>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1" name="Google Shape;9581;p86"/>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82" name="Google Shape;9582;p86"/>
          <p:cNvGrpSpPr/>
          <p:nvPr/>
        </p:nvGrpSpPr>
        <p:grpSpPr>
          <a:xfrm>
            <a:off x="845828" y="3125798"/>
            <a:ext cx="340221" cy="340186"/>
            <a:chOff x="893650" y="1428000"/>
            <a:chExt cx="483200" cy="483150"/>
          </a:xfrm>
        </p:grpSpPr>
        <p:sp>
          <p:nvSpPr>
            <p:cNvPr id="9583" name="Google Shape;9583;p86"/>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4" name="Google Shape;9584;p86"/>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5" name="Google Shape;9585;p86"/>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6" name="Google Shape;9586;p86"/>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587" name="Google Shape;9587;p86"/>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88" name="Google Shape;9588;p86"/>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589" name="Google Shape;9589;p86"/>
          <p:cNvGrpSpPr/>
          <p:nvPr/>
        </p:nvGrpSpPr>
        <p:grpSpPr>
          <a:xfrm>
            <a:off x="2099646" y="3146463"/>
            <a:ext cx="352825" cy="298855"/>
            <a:chOff x="2676100" y="1456375"/>
            <a:chExt cx="501100" cy="424450"/>
          </a:xfrm>
        </p:grpSpPr>
        <p:sp>
          <p:nvSpPr>
            <p:cNvPr id="9590" name="Google Shape;9590;p86"/>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91" name="Google Shape;9591;p86"/>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92" name="Google Shape;9592;p86"/>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93" name="Google Shape;9593;p86"/>
          <p:cNvGrpSpPr/>
          <p:nvPr/>
        </p:nvGrpSpPr>
        <p:grpSpPr>
          <a:xfrm>
            <a:off x="2523170" y="3125806"/>
            <a:ext cx="340221" cy="340168"/>
            <a:chOff x="3270475" y="1427025"/>
            <a:chExt cx="483200" cy="483125"/>
          </a:xfrm>
        </p:grpSpPr>
        <p:sp>
          <p:nvSpPr>
            <p:cNvPr id="9594" name="Google Shape;9594;p86"/>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95" name="Google Shape;9595;p86"/>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96" name="Google Shape;9596;p86"/>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597" name="Google Shape;9597;p86"/>
          <p:cNvGrpSpPr/>
          <p:nvPr/>
        </p:nvGrpSpPr>
        <p:grpSpPr>
          <a:xfrm>
            <a:off x="2934083" y="3125780"/>
            <a:ext cx="343530" cy="340221"/>
            <a:chOff x="3860250" y="1427025"/>
            <a:chExt cx="487900" cy="483200"/>
          </a:xfrm>
        </p:grpSpPr>
        <p:sp>
          <p:nvSpPr>
            <p:cNvPr id="9598" name="Google Shape;9598;p86"/>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599" name="Google Shape;9599;p86"/>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00" name="Google Shape;9600;p86"/>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01" name="Google Shape;9601;p86"/>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02" name="Google Shape;9602;p86"/>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603" name="Google Shape;9603;p86"/>
          <p:cNvGrpSpPr/>
          <p:nvPr/>
        </p:nvGrpSpPr>
        <p:grpSpPr>
          <a:xfrm>
            <a:off x="4190322" y="3125806"/>
            <a:ext cx="340221" cy="340168"/>
            <a:chOff x="5648375" y="1427025"/>
            <a:chExt cx="483200" cy="483125"/>
          </a:xfrm>
        </p:grpSpPr>
        <p:sp>
          <p:nvSpPr>
            <p:cNvPr id="9604" name="Google Shape;9604;p86"/>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05" name="Google Shape;9605;p86"/>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06" name="Google Shape;9606;p86"/>
          <p:cNvGrpSpPr/>
          <p:nvPr/>
        </p:nvGrpSpPr>
        <p:grpSpPr>
          <a:xfrm>
            <a:off x="4604808" y="3125789"/>
            <a:ext cx="344622" cy="340204"/>
            <a:chOff x="6238300" y="1426975"/>
            <a:chExt cx="489450" cy="483175"/>
          </a:xfrm>
        </p:grpSpPr>
        <p:sp>
          <p:nvSpPr>
            <p:cNvPr id="9607" name="Google Shape;9607;p86"/>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08" name="Google Shape;9608;p86"/>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09" name="Google Shape;9609;p86"/>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10" name="Google Shape;9610;p86"/>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611" name="Google Shape;9611;p86"/>
          <p:cNvGrpSpPr/>
          <p:nvPr/>
        </p:nvGrpSpPr>
        <p:grpSpPr>
          <a:xfrm>
            <a:off x="1263703" y="3544794"/>
            <a:ext cx="340168" cy="340186"/>
            <a:chOff x="1487200" y="2021475"/>
            <a:chExt cx="483125" cy="483150"/>
          </a:xfrm>
        </p:grpSpPr>
        <p:sp>
          <p:nvSpPr>
            <p:cNvPr id="9612" name="Google Shape;9612;p86"/>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13" name="Google Shape;9613;p86"/>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14" name="Google Shape;9614;p86"/>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15" name="Google Shape;9615;p86"/>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16" name="Google Shape;9616;p86"/>
          <p:cNvGrpSpPr/>
          <p:nvPr/>
        </p:nvGrpSpPr>
        <p:grpSpPr>
          <a:xfrm>
            <a:off x="1678040" y="3565398"/>
            <a:ext cx="340168" cy="298978"/>
            <a:chOff x="2081650" y="2050750"/>
            <a:chExt cx="483125" cy="424625"/>
          </a:xfrm>
        </p:grpSpPr>
        <p:sp>
          <p:nvSpPr>
            <p:cNvPr id="9617" name="Google Shape;9617;p86"/>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18" name="Google Shape;9618;p86"/>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19" name="Google Shape;9619;p86"/>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20" name="Google Shape;9620;p86"/>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21" name="Google Shape;9621;p86"/>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22" name="Google Shape;9622;p86"/>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23" name="Google Shape;9623;p86"/>
          <p:cNvGrpSpPr/>
          <p:nvPr/>
        </p:nvGrpSpPr>
        <p:grpSpPr>
          <a:xfrm>
            <a:off x="2105973" y="3588721"/>
            <a:ext cx="340168" cy="252332"/>
            <a:chOff x="2676100" y="2083800"/>
            <a:chExt cx="483125" cy="358375"/>
          </a:xfrm>
        </p:grpSpPr>
        <p:sp>
          <p:nvSpPr>
            <p:cNvPr id="9624" name="Google Shape;9624;p86"/>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25" name="Google Shape;9625;p86"/>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26" name="Google Shape;9626;p86"/>
          <p:cNvGrpSpPr/>
          <p:nvPr/>
        </p:nvGrpSpPr>
        <p:grpSpPr>
          <a:xfrm>
            <a:off x="2531487" y="3554766"/>
            <a:ext cx="323587" cy="320242"/>
            <a:chOff x="3282325" y="2035675"/>
            <a:chExt cx="459575" cy="454825"/>
          </a:xfrm>
        </p:grpSpPr>
        <p:sp>
          <p:nvSpPr>
            <p:cNvPr id="9627" name="Google Shape;9627;p86"/>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28" name="Google Shape;9628;p86"/>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29" name="Google Shape;9629;p86"/>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30" name="Google Shape;9630;p86"/>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31" name="Google Shape;9631;p86"/>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32" name="Google Shape;9632;p86"/>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633" name="Google Shape;9633;p86"/>
          <p:cNvGrpSpPr/>
          <p:nvPr/>
        </p:nvGrpSpPr>
        <p:grpSpPr>
          <a:xfrm>
            <a:off x="3776187" y="3544803"/>
            <a:ext cx="340608" cy="340168"/>
            <a:chOff x="5053900" y="2021500"/>
            <a:chExt cx="483750" cy="483125"/>
          </a:xfrm>
        </p:grpSpPr>
        <p:sp>
          <p:nvSpPr>
            <p:cNvPr id="9634" name="Google Shape;9634;p86"/>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35" name="Google Shape;9635;p86"/>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36" name="Google Shape;9636;p86"/>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37" name="Google Shape;9637;p86"/>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38" name="Google Shape;9638;p86"/>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39" name="Google Shape;9639;p86"/>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40" name="Google Shape;9640;p86"/>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41" name="Google Shape;9641;p86"/>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42" name="Google Shape;9642;p86"/>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643" name="Google Shape;9643;p86"/>
          <p:cNvGrpSpPr/>
          <p:nvPr/>
        </p:nvGrpSpPr>
        <p:grpSpPr>
          <a:xfrm>
            <a:off x="4601286" y="3547971"/>
            <a:ext cx="351663" cy="333831"/>
            <a:chOff x="6222125" y="2025975"/>
            <a:chExt cx="499450" cy="474125"/>
          </a:xfrm>
        </p:grpSpPr>
        <p:sp>
          <p:nvSpPr>
            <p:cNvPr id="9644" name="Google Shape;9644;p86"/>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45" name="Google Shape;9645;p86"/>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46" name="Google Shape;9646;p86"/>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47" name="Google Shape;9647;p86"/>
          <p:cNvGrpSpPr/>
          <p:nvPr/>
        </p:nvGrpSpPr>
        <p:grpSpPr>
          <a:xfrm>
            <a:off x="5058848" y="2364541"/>
            <a:ext cx="335504" cy="185953"/>
            <a:chOff x="896050" y="2725450"/>
            <a:chExt cx="476500" cy="264100"/>
          </a:xfrm>
        </p:grpSpPr>
        <p:sp>
          <p:nvSpPr>
            <p:cNvPr id="9648" name="Google Shape;9648;p86"/>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49" name="Google Shape;9649;p86"/>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50" name="Google Shape;9650;p86"/>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51" name="Google Shape;9651;p86"/>
          <p:cNvGrpSpPr/>
          <p:nvPr/>
        </p:nvGrpSpPr>
        <p:grpSpPr>
          <a:xfrm>
            <a:off x="5489588" y="2287425"/>
            <a:ext cx="340168" cy="340186"/>
            <a:chOff x="1487200" y="2615925"/>
            <a:chExt cx="483125" cy="483150"/>
          </a:xfrm>
        </p:grpSpPr>
        <p:sp>
          <p:nvSpPr>
            <p:cNvPr id="9652" name="Google Shape;9652;p86"/>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53" name="Google Shape;9653;p86"/>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54" name="Google Shape;9654;p86"/>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55" name="Google Shape;9655;p86"/>
          <p:cNvGrpSpPr/>
          <p:nvPr/>
        </p:nvGrpSpPr>
        <p:grpSpPr>
          <a:xfrm>
            <a:off x="5889537" y="2287425"/>
            <a:ext cx="353564" cy="340186"/>
            <a:chOff x="2077575" y="2615925"/>
            <a:chExt cx="502150" cy="483150"/>
          </a:xfrm>
        </p:grpSpPr>
        <p:sp>
          <p:nvSpPr>
            <p:cNvPr id="9656" name="Google Shape;9656;p86"/>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57" name="Google Shape;9657;p86"/>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58" name="Google Shape;9658;p86"/>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59" name="Google Shape;9659;p86"/>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60" name="Google Shape;9660;p86"/>
          <p:cNvGrpSpPr/>
          <p:nvPr/>
        </p:nvGrpSpPr>
        <p:grpSpPr>
          <a:xfrm>
            <a:off x="6313326" y="2303452"/>
            <a:ext cx="334536" cy="308132"/>
            <a:chOff x="2680100" y="2638725"/>
            <a:chExt cx="475125" cy="437625"/>
          </a:xfrm>
        </p:grpSpPr>
        <p:sp>
          <p:nvSpPr>
            <p:cNvPr id="9661" name="Google Shape;9661;p86"/>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62" name="Google Shape;9662;p86"/>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63" name="Google Shape;9663;p86"/>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64" name="Google Shape;9664;p86"/>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65" name="Google Shape;9665;p86"/>
          <p:cNvGrpSpPr/>
          <p:nvPr/>
        </p:nvGrpSpPr>
        <p:grpSpPr>
          <a:xfrm>
            <a:off x="6778965" y="2287425"/>
            <a:ext cx="239183" cy="340186"/>
            <a:chOff x="3342275" y="2615925"/>
            <a:chExt cx="339700" cy="483150"/>
          </a:xfrm>
        </p:grpSpPr>
        <p:sp>
          <p:nvSpPr>
            <p:cNvPr id="9666" name="Google Shape;9666;p86"/>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67" name="Google Shape;9667;p86"/>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68" name="Google Shape;9668;p86"/>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69" name="Google Shape;9669;p86"/>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70" name="Google Shape;9670;p86"/>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671" name="Google Shape;9671;p86"/>
          <p:cNvGrpSpPr/>
          <p:nvPr/>
        </p:nvGrpSpPr>
        <p:grpSpPr>
          <a:xfrm>
            <a:off x="6415846" y="3956426"/>
            <a:ext cx="339482" cy="339271"/>
            <a:chOff x="5648900" y="2616600"/>
            <a:chExt cx="482150" cy="481850"/>
          </a:xfrm>
        </p:grpSpPr>
        <p:sp>
          <p:nvSpPr>
            <p:cNvPr id="9672" name="Google Shape;9672;p86"/>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73" name="Google Shape;9673;p86"/>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74" name="Google Shape;9674;p86"/>
          <p:cNvGrpSpPr/>
          <p:nvPr/>
        </p:nvGrpSpPr>
        <p:grpSpPr>
          <a:xfrm>
            <a:off x="4735130" y="3963142"/>
            <a:ext cx="325626" cy="325694"/>
            <a:chOff x="6242825" y="2615925"/>
            <a:chExt cx="483125" cy="483225"/>
          </a:xfrm>
        </p:grpSpPr>
        <p:sp>
          <p:nvSpPr>
            <p:cNvPr id="9675" name="Google Shape;9675;p86"/>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76" name="Google Shape;9676;p86"/>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77" name="Google Shape;9677;p86"/>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78" name="Google Shape;9678;p86"/>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79" name="Google Shape;9679;p86"/>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80" name="Google Shape;9680;p86"/>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681" name="Google Shape;9681;p86"/>
          <p:cNvGrpSpPr/>
          <p:nvPr/>
        </p:nvGrpSpPr>
        <p:grpSpPr>
          <a:xfrm>
            <a:off x="5488629" y="2707036"/>
            <a:ext cx="342087" cy="340186"/>
            <a:chOff x="1487200" y="3210375"/>
            <a:chExt cx="485850" cy="483150"/>
          </a:xfrm>
        </p:grpSpPr>
        <p:sp>
          <p:nvSpPr>
            <p:cNvPr id="9682" name="Google Shape;9682;p86"/>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83" name="Google Shape;9683;p86"/>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84" name="Google Shape;9684;p86"/>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85" name="Google Shape;9685;p86"/>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86" name="Google Shape;9686;p86"/>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687" name="Google Shape;9687;p86"/>
          <p:cNvGrpSpPr/>
          <p:nvPr/>
        </p:nvGrpSpPr>
        <p:grpSpPr>
          <a:xfrm>
            <a:off x="6727988" y="2707027"/>
            <a:ext cx="341136" cy="340204"/>
            <a:chOff x="3269875" y="3210400"/>
            <a:chExt cx="484500" cy="483175"/>
          </a:xfrm>
        </p:grpSpPr>
        <p:sp>
          <p:nvSpPr>
            <p:cNvPr id="9688" name="Google Shape;9688;p86"/>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89" name="Google Shape;9689;p86"/>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90" name="Google Shape;9690;p86"/>
          <p:cNvGrpSpPr/>
          <p:nvPr/>
        </p:nvGrpSpPr>
        <p:grpSpPr>
          <a:xfrm>
            <a:off x="7227082" y="2706666"/>
            <a:ext cx="170216" cy="340925"/>
            <a:chOff x="3985700" y="3210375"/>
            <a:chExt cx="241750" cy="484200"/>
          </a:xfrm>
        </p:grpSpPr>
        <p:sp>
          <p:nvSpPr>
            <p:cNvPr id="9691" name="Google Shape;9691;p86"/>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92" name="Google Shape;9692;p86"/>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693" name="Google Shape;9693;p86"/>
          <p:cNvGrpSpPr/>
          <p:nvPr/>
        </p:nvGrpSpPr>
        <p:grpSpPr>
          <a:xfrm>
            <a:off x="7566351" y="2707678"/>
            <a:ext cx="339007" cy="338901"/>
            <a:chOff x="4460225" y="3211300"/>
            <a:chExt cx="481475" cy="481325"/>
          </a:xfrm>
        </p:grpSpPr>
        <p:sp>
          <p:nvSpPr>
            <p:cNvPr id="9694" name="Google Shape;9694;p86"/>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95" name="Google Shape;9695;p86"/>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696" name="Google Shape;9696;p86"/>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697" name="Google Shape;9697;p86"/>
          <p:cNvGrpSpPr/>
          <p:nvPr/>
        </p:nvGrpSpPr>
        <p:grpSpPr>
          <a:xfrm>
            <a:off x="6859688" y="3985756"/>
            <a:ext cx="342034" cy="280654"/>
            <a:chOff x="5647000" y="3252650"/>
            <a:chExt cx="485775" cy="398600"/>
          </a:xfrm>
        </p:grpSpPr>
        <p:sp>
          <p:nvSpPr>
            <p:cNvPr id="9698" name="Google Shape;9698;p86"/>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699" name="Google Shape;9699;p86"/>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00" name="Google Shape;9700;p86"/>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01" name="Google Shape;9701;p86"/>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02" name="Google Shape;9702;p86"/>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03" name="Google Shape;9703;p86"/>
          <p:cNvGrpSpPr/>
          <p:nvPr/>
        </p:nvGrpSpPr>
        <p:grpSpPr>
          <a:xfrm>
            <a:off x="5165128" y="3991768"/>
            <a:ext cx="326536" cy="268454"/>
            <a:chOff x="6242450" y="3252800"/>
            <a:chExt cx="484475" cy="398300"/>
          </a:xfrm>
        </p:grpSpPr>
        <p:sp>
          <p:nvSpPr>
            <p:cNvPr id="9704" name="Google Shape;9704;p86"/>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05" name="Google Shape;9705;p86"/>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06" name="Google Shape;9706;p86"/>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07" name="Google Shape;9707;p86"/>
          <p:cNvGrpSpPr/>
          <p:nvPr/>
        </p:nvGrpSpPr>
        <p:grpSpPr>
          <a:xfrm>
            <a:off x="5077111" y="3126102"/>
            <a:ext cx="298978" cy="340168"/>
            <a:chOff x="922025" y="3804850"/>
            <a:chExt cx="424625" cy="483125"/>
          </a:xfrm>
        </p:grpSpPr>
        <p:sp>
          <p:nvSpPr>
            <p:cNvPr id="9708" name="Google Shape;9708;p86"/>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09" name="Google Shape;9709;p86"/>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710" name="Google Shape;9710;p86"/>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711" name="Google Shape;9711;p86"/>
          <p:cNvGrpSpPr/>
          <p:nvPr/>
        </p:nvGrpSpPr>
        <p:grpSpPr>
          <a:xfrm>
            <a:off x="5909841" y="3126102"/>
            <a:ext cx="312955" cy="340168"/>
            <a:chOff x="2100300" y="3804850"/>
            <a:chExt cx="444475" cy="483125"/>
          </a:xfrm>
        </p:grpSpPr>
        <p:sp>
          <p:nvSpPr>
            <p:cNvPr id="9712" name="Google Shape;9712;p86"/>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13" name="Google Shape;9713;p86"/>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14" name="Google Shape;9714;p86"/>
          <p:cNvGrpSpPr/>
          <p:nvPr/>
        </p:nvGrpSpPr>
        <p:grpSpPr>
          <a:xfrm>
            <a:off x="6333463" y="3126102"/>
            <a:ext cx="294261" cy="340168"/>
            <a:chOff x="2708700" y="3804850"/>
            <a:chExt cx="417925" cy="483125"/>
          </a:xfrm>
        </p:grpSpPr>
        <p:sp>
          <p:nvSpPr>
            <p:cNvPr id="9715" name="Google Shape;9715;p86"/>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16" name="Google Shape;9716;p86"/>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17" name="Google Shape;9717;p86"/>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18" name="Google Shape;9718;p86"/>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719" name="Google Shape;9719;p86"/>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20" name="Google Shape;9720;p86"/>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721" name="Google Shape;9721;p86"/>
          <p:cNvGrpSpPr/>
          <p:nvPr/>
        </p:nvGrpSpPr>
        <p:grpSpPr>
          <a:xfrm>
            <a:off x="7570338" y="3127378"/>
            <a:ext cx="331033" cy="337616"/>
            <a:chOff x="4467450" y="3808475"/>
            <a:chExt cx="470150" cy="479500"/>
          </a:xfrm>
        </p:grpSpPr>
        <p:sp>
          <p:nvSpPr>
            <p:cNvPr id="9722" name="Google Shape;9722;p86"/>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23" name="Google Shape;9723;p86"/>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24" name="Google Shape;9724;p86"/>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25" name="Google Shape;9725;p86"/>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26" name="Google Shape;9726;p86"/>
          <p:cNvGrpSpPr/>
          <p:nvPr/>
        </p:nvGrpSpPr>
        <p:grpSpPr>
          <a:xfrm>
            <a:off x="7990685" y="3126102"/>
            <a:ext cx="340186" cy="340168"/>
            <a:chOff x="5053900" y="3804850"/>
            <a:chExt cx="483150" cy="483125"/>
          </a:xfrm>
        </p:grpSpPr>
        <p:sp>
          <p:nvSpPr>
            <p:cNvPr id="9727" name="Google Shape;9727;p86"/>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28" name="Google Shape;9728;p86"/>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29" name="Google Shape;9729;p86"/>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30" name="Google Shape;9730;p86"/>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31" name="Google Shape;9731;p86"/>
          <p:cNvGrpSpPr/>
          <p:nvPr/>
        </p:nvGrpSpPr>
        <p:grpSpPr>
          <a:xfrm>
            <a:off x="7306081" y="3956021"/>
            <a:ext cx="340168" cy="340168"/>
            <a:chOff x="5648375" y="3804850"/>
            <a:chExt cx="483125" cy="483125"/>
          </a:xfrm>
        </p:grpSpPr>
        <p:sp>
          <p:nvSpPr>
            <p:cNvPr id="9732" name="Google Shape;9732;p86"/>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33" name="Google Shape;9733;p86"/>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34" name="Google Shape;9734;p86"/>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35" name="Google Shape;9735;p86"/>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36" name="Google Shape;9736;p86"/>
          <p:cNvGrpSpPr/>
          <p:nvPr/>
        </p:nvGrpSpPr>
        <p:grpSpPr>
          <a:xfrm>
            <a:off x="5596036" y="3968278"/>
            <a:ext cx="280923" cy="315449"/>
            <a:chOff x="6276025" y="3812400"/>
            <a:chExt cx="416800" cy="468025"/>
          </a:xfrm>
        </p:grpSpPr>
        <p:sp>
          <p:nvSpPr>
            <p:cNvPr id="9737" name="Google Shape;9737;p86"/>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38" name="Google Shape;9738;p86"/>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39" name="Google Shape;9739;p86"/>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40" name="Google Shape;9740;p86"/>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41" name="Google Shape;9741;p86"/>
          <p:cNvGrpSpPr/>
          <p:nvPr/>
        </p:nvGrpSpPr>
        <p:grpSpPr>
          <a:xfrm>
            <a:off x="5055293" y="3545089"/>
            <a:ext cx="342615" cy="340186"/>
            <a:chOff x="890400" y="4399350"/>
            <a:chExt cx="486600" cy="483150"/>
          </a:xfrm>
        </p:grpSpPr>
        <p:sp>
          <p:nvSpPr>
            <p:cNvPr id="9742" name="Google Shape;9742;p86"/>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43" name="Google Shape;9743;p86"/>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44" name="Google Shape;9744;p86"/>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45" name="Google Shape;9745;p86"/>
          <p:cNvGrpSpPr/>
          <p:nvPr/>
        </p:nvGrpSpPr>
        <p:grpSpPr>
          <a:xfrm>
            <a:off x="5489588" y="3560368"/>
            <a:ext cx="340168" cy="309628"/>
            <a:chOff x="1487200" y="4421025"/>
            <a:chExt cx="483125" cy="439750"/>
          </a:xfrm>
        </p:grpSpPr>
        <p:sp>
          <p:nvSpPr>
            <p:cNvPr id="9746" name="Google Shape;9746;p86"/>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47" name="Google Shape;9747;p86"/>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48" name="Google Shape;9748;p86"/>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49" name="Google Shape;9749;p86"/>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50" name="Google Shape;9750;p86"/>
          <p:cNvGrpSpPr/>
          <p:nvPr/>
        </p:nvGrpSpPr>
        <p:grpSpPr>
          <a:xfrm>
            <a:off x="5893867" y="3545107"/>
            <a:ext cx="344903" cy="340151"/>
            <a:chOff x="2079300" y="4399325"/>
            <a:chExt cx="489850" cy="483100"/>
          </a:xfrm>
        </p:grpSpPr>
        <p:sp>
          <p:nvSpPr>
            <p:cNvPr id="9751" name="Google Shape;9751;p86"/>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52" name="Google Shape;9752;p86"/>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753" name="Google Shape;9753;p86"/>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754" name="Google Shape;9754;p86"/>
          <p:cNvGrpSpPr/>
          <p:nvPr/>
        </p:nvGrpSpPr>
        <p:grpSpPr>
          <a:xfrm>
            <a:off x="6760439" y="3545107"/>
            <a:ext cx="276236" cy="340151"/>
            <a:chOff x="3316000" y="4399325"/>
            <a:chExt cx="392325" cy="483100"/>
          </a:xfrm>
        </p:grpSpPr>
        <p:sp>
          <p:nvSpPr>
            <p:cNvPr id="9755" name="Google Shape;9755;p86"/>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56" name="Google Shape;9756;p86"/>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57" name="Google Shape;9757;p86"/>
          <p:cNvGrpSpPr/>
          <p:nvPr/>
        </p:nvGrpSpPr>
        <p:grpSpPr>
          <a:xfrm>
            <a:off x="7185179" y="3545089"/>
            <a:ext cx="254022" cy="340186"/>
            <a:chOff x="3926225" y="4399275"/>
            <a:chExt cx="360775" cy="483150"/>
          </a:xfrm>
        </p:grpSpPr>
        <p:sp>
          <p:nvSpPr>
            <p:cNvPr id="9758" name="Google Shape;9758;p86"/>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59" name="Google Shape;9759;p86"/>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760" name="Google Shape;9760;p86"/>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761" name="Google Shape;9761;p86"/>
          <p:cNvGrpSpPr/>
          <p:nvPr/>
        </p:nvGrpSpPr>
        <p:grpSpPr>
          <a:xfrm>
            <a:off x="7990738" y="3545151"/>
            <a:ext cx="340080" cy="340063"/>
            <a:chOff x="5053975" y="4399375"/>
            <a:chExt cx="483000" cy="482975"/>
          </a:xfrm>
        </p:grpSpPr>
        <p:sp>
          <p:nvSpPr>
            <p:cNvPr id="9762" name="Google Shape;9762;p86"/>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63" name="Google Shape;9763;p86"/>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64" name="Google Shape;9764;p86"/>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65" name="Google Shape;9765;p86"/>
          <p:cNvGrpSpPr/>
          <p:nvPr/>
        </p:nvGrpSpPr>
        <p:grpSpPr>
          <a:xfrm>
            <a:off x="7750609" y="3956042"/>
            <a:ext cx="340168" cy="340168"/>
            <a:chOff x="5648375" y="4399300"/>
            <a:chExt cx="483125" cy="483125"/>
          </a:xfrm>
        </p:grpSpPr>
        <p:sp>
          <p:nvSpPr>
            <p:cNvPr id="9766" name="Google Shape;9766;p86"/>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67" name="Google Shape;9767;p86"/>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68" name="Google Shape;9768;p86"/>
          <p:cNvGrpSpPr/>
          <p:nvPr/>
        </p:nvGrpSpPr>
        <p:grpSpPr>
          <a:xfrm>
            <a:off x="5981331" y="3974637"/>
            <a:ext cx="330007" cy="302744"/>
            <a:chOff x="6239575" y="4416275"/>
            <a:chExt cx="489625" cy="449175"/>
          </a:xfrm>
        </p:grpSpPr>
        <p:sp>
          <p:nvSpPr>
            <p:cNvPr id="9769" name="Google Shape;9769;p86"/>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70" name="Google Shape;9770;p86"/>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71" name="Google Shape;9771;p86"/>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72" name="Google Shape;9772;p86"/>
          <p:cNvGrpSpPr/>
          <p:nvPr/>
        </p:nvGrpSpPr>
        <p:grpSpPr>
          <a:xfrm>
            <a:off x="3084610" y="3971815"/>
            <a:ext cx="308234" cy="308234"/>
            <a:chOff x="892750" y="4993750"/>
            <a:chExt cx="483125" cy="483125"/>
          </a:xfrm>
        </p:grpSpPr>
        <p:sp>
          <p:nvSpPr>
            <p:cNvPr id="9773" name="Google Shape;9773;p86"/>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74" name="Google Shape;9774;p86"/>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75" name="Google Shape;9775;p86"/>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76" name="Google Shape;9776;p86"/>
          <p:cNvGrpSpPr/>
          <p:nvPr/>
        </p:nvGrpSpPr>
        <p:grpSpPr>
          <a:xfrm>
            <a:off x="1491328" y="3979188"/>
            <a:ext cx="293982" cy="293982"/>
            <a:chOff x="2676100" y="4993750"/>
            <a:chExt cx="483125" cy="483125"/>
          </a:xfrm>
        </p:grpSpPr>
        <p:sp>
          <p:nvSpPr>
            <p:cNvPr id="9777" name="Google Shape;9777;p86"/>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78" name="Google Shape;9778;p86"/>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79" name="Google Shape;9779;p86"/>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80" name="Google Shape;9780;p86"/>
          <p:cNvGrpSpPr/>
          <p:nvPr/>
        </p:nvGrpSpPr>
        <p:grpSpPr>
          <a:xfrm>
            <a:off x="4322435" y="3971815"/>
            <a:ext cx="308234" cy="308234"/>
            <a:chOff x="3270550" y="4993750"/>
            <a:chExt cx="483125" cy="483125"/>
          </a:xfrm>
        </p:grpSpPr>
        <p:sp>
          <p:nvSpPr>
            <p:cNvPr id="9781" name="Google Shape;9781;p86"/>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82" name="Google Shape;9782;p86"/>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83" name="Google Shape;9783;p86"/>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784" name="Google Shape;9784;p86"/>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9785" name="Google Shape;9785;p86"/>
          <p:cNvGrpSpPr/>
          <p:nvPr/>
        </p:nvGrpSpPr>
        <p:grpSpPr>
          <a:xfrm>
            <a:off x="2288093" y="3979142"/>
            <a:ext cx="293997" cy="294073"/>
            <a:chOff x="4459450" y="4993700"/>
            <a:chExt cx="483150" cy="483275"/>
          </a:xfrm>
        </p:grpSpPr>
        <p:sp>
          <p:nvSpPr>
            <p:cNvPr id="9786" name="Google Shape;9786;p86"/>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87" name="Google Shape;9787;p86"/>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88" name="Google Shape;9788;p86"/>
          <p:cNvGrpSpPr/>
          <p:nvPr/>
        </p:nvGrpSpPr>
        <p:grpSpPr>
          <a:xfrm>
            <a:off x="3497219" y="3971815"/>
            <a:ext cx="308234" cy="308234"/>
            <a:chOff x="1487200" y="4993750"/>
            <a:chExt cx="483125" cy="483125"/>
          </a:xfrm>
        </p:grpSpPr>
        <p:sp>
          <p:nvSpPr>
            <p:cNvPr id="9789" name="Google Shape;9789;p86"/>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90" name="Google Shape;9790;p86"/>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91" name="Google Shape;9791;p86"/>
          <p:cNvGrpSpPr/>
          <p:nvPr/>
        </p:nvGrpSpPr>
        <p:grpSpPr>
          <a:xfrm>
            <a:off x="3909829" y="3971815"/>
            <a:ext cx="308234" cy="308234"/>
            <a:chOff x="2081650" y="4993750"/>
            <a:chExt cx="483125" cy="483125"/>
          </a:xfrm>
        </p:grpSpPr>
        <p:sp>
          <p:nvSpPr>
            <p:cNvPr id="9792" name="Google Shape;9792;p86"/>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93" name="Google Shape;9793;p86"/>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9794" name="Google Shape;9794;p86"/>
          <p:cNvGrpSpPr/>
          <p:nvPr/>
        </p:nvGrpSpPr>
        <p:grpSpPr>
          <a:xfrm>
            <a:off x="2686471" y="3979142"/>
            <a:ext cx="293997" cy="294073"/>
            <a:chOff x="5053900" y="4993700"/>
            <a:chExt cx="483150" cy="483275"/>
          </a:xfrm>
        </p:grpSpPr>
        <p:sp>
          <p:nvSpPr>
            <p:cNvPr id="9795" name="Google Shape;9795;p86"/>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96" name="Google Shape;9796;p86"/>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9797" name="Google Shape;9797;p8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01"/>
        <p:cNvGrpSpPr/>
        <p:nvPr/>
      </p:nvGrpSpPr>
      <p:grpSpPr>
        <a:xfrm>
          <a:off x="0" y="0"/>
          <a:ext cx="0" cy="0"/>
          <a:chOff x="0" y="0"/>
          <a:chExt cx="0" cy="0"/>
        </a:xfrm>
      </p:grpSpPr>
      <p:sp>
        <p:nvSpPr>
          <p:cNvPr id="9802" name="Google Shape;9802;p87"/>
          <p:cNvSpPr/>
          <p:nvPr/>
        </p:nvSpPr>
        <p:spPr>
          <a:xfrm>
            <a:off x="844100" y="1308173"/>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7"/>
          <p:cNvSpPr/>
          <p:nvPr/>
        </p:nvSpPr>
        <p:spPr>
          <a:xfrm>
            <a:off x="844104" y="1772778"/>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7"/>
          <p:cNvSpPr/>
          <p:nvPr/>
        </p:nvSpPr>
        <p:spPr>
          <a:xfrm>
            <a:off x="852434" y="2202562"/>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5" name="Google Shape;9805;p87"/>
          <p:cNvGrpSpPr/>
          <p:nvPr/>
        </p:nvGrpSpPr>
        <p:grpSpPr>
          <a:xfrm>
            <a:off x="2987728" y="1336070"/>
            <a:ext cx="371882" cy="373766"/>
            <a:chOff x="-41270450" y="1973375"/>
            <a:chExt cx="315850" cy="317450"/>
          </a:xfrm>
        </p:grpSpPr>
        <p:sp>
          <p:nvSpPr>
            <p:cNvPr id="9806" name="Google Shape;9806;p87"/>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7"/>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7"/>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7"/>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0" name="Google Shape;9810;p87"/>
          <p:cNvGrpSpPr/>
          <p:nvPr/>
        </p:nvGrpSpPr>
        <p:grpSpPr>
          <a:xfrm>
            <a:off x="3005407" y="1783026"/>
            <a:ext cx="395871" cy="372088"/>
            <a:chOff x="-41291625" y="2339025"/>
            <a:chExt cx="336225" cy="316025"/>
          </a:xfrm>
        </p:grpSpPr>
        <p:sp>
          <p:nvSpPr>
            <p:cNvPr id="9811" name="Google Shape;9811;p87"/>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7"/>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3" name="Google Shape;9813;p87"/>
          <p:cNvSpPr/>
          <p:nvPr/>
        </p:nvSpPr>
        <p:spPr>
          <a:xfrm>
            <a:off x="2982027" y="1970041"/>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7"/>
          <p:cNvSpPr/>
          <p:nvPr/>
        </p:nvSpPr>
        <p:spPr>
          <a:xfrm>
            <a:off x="3016426" y="2215314"/>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7"/>
          <p:cNvSpPr/>
          <p:nvPr/>
        </p:nvSpPr>
        <p:spPr>
          <a:xfrm>
            <a:off x="1807487" y="2652012"/>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7"/>
          <p:cNvSpPr/>
          <p:nvPr/>
        </p:nvSpPr>
        <p:spPr>
          <a:xfrm>
            <a:off x="1759274" y="3082043"/>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7"/>
          <p:cNvSpPr/>
          <p:nvPr/>
        </p:nvSpPr>
        <p:spPr>
          <a:xfrm>
            <a:off x="1735189" y="3576077"/>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7"/>
          <p:cNvSpPr/>
          <p:nvPr/>
        </p:nvSpPr>
        <p:spPr>
          <a:xfrm>
            <a:off x="3953247" y="2652248"/>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9" name="Google Shape;9819;p87"/>
          <p:cNvGrpSpPr/>
          <p:nvPr/>
        </p:nvGrpSpPr>
        <p:grpSpPr>
          <a:xfrm>
            <a:off x="1229534" y="1308077"/>
            <a:ext cx="396931" cy="373147"/>
            <a:chOff x="-42804750" y="1949600"/>
            <a:chExt cx="337125" cy="316925"/>
          </a:xfrm>
        </p:grpSpPr>
        <p:sp>
          <p:nvSpPr>
            <p:cNvPr id="9820" name="Google Shape;9820;p87"/>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7"/>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7"/>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87"/>
          <p:cNvGrpSpPr/>
          <p:nvPr/>
        </p:nvGrpSpPr>
        <p:grpSpPr>
          <a:xfrm>
            <a:off x="1292211" y="1760773"/>
            <a:ext cx="335706" cy="364258"/>
            <a:chOff x="-42778750" y="2320125"/>
            <a:chExt cx="285125" cy="309375"/>
          </a:xfrm>
        </p:grpSpPr>
        <p:sp>
          <p:nvSpPr>
            <p:cNvPr id="9824" name="Google Shape;9824;p87"/>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7"/>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87"/>
          <p:cNvGrpSpPr/>
          <p:nvPr/>
        </p:nvGrpSpPr>
        <p:grpSpPr>
          <a:xfrm>
            <a:off x="1269879" y="2207778"/>
            <a:ext cx="375591" cy="374678"/>
            <a:chOff x="-42796875" y="2680675"/>
            <a:chExt cx="319000" cy="318225"/>
          </a:xfrm>
        </p:grpSpPr>
        <p:sp>
          <p:nvSpPr>
            <p:cNvPr id="9827" name="Google Shape;9827;p87"/>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7"/>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7"/>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7"/>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7"/>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2" name="Google Shape;9832;p87"/>
          <p:cNvSpPr/>
          <p:nvPr/>
        </p:nvSpPr>
        <p:spPr>
          <a:xfrm>
            <a:off x="3439644" y="1333692"/>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7"/>
          <p:cNvSpPr/>
          <p:nvPr/>
        </p:nvSpPr>
        <p:spPr>
          <a:xfrm>
            <a:off x="3459773" y="1815159"/>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7"/>
          <p:cNvSpPr/>
          <p:nvPr/>
        </p:nvSpPr>
        <p:spPr>
          <a:xfrm>
            <a:off x="3469303" y="2215314"/>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7"/>
          <p:cNvSpPr/>
          <p:nvPr/>
        </p:nvSpPr>
        <p:spPr>
          <a:xfrm>
            <a:off x="2230466" y="2652012"/>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7"/>
          <p:cNvSpPr/>
          <p:nvPr/>
        </p:nvSpPr>
        <p:spPr>
          <a:xfrm>
            <a:off x="2117481" y="3435574"/>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7" name="Google Shape;9837;p87"/>
          <p:cNvGrpSpPr/>
          <p:nvPr/>
        </p:nvGrpSpPr>
        <p:grpSpPr>
          <a:xfrm>
            <a:off x="2168150" y="3086053"/>
            <a:ext cx="390426" cy="369586"/>
            <a:chOff x="-39055650" y="2315975"/>
            <a:chExt cx="331600" cy="313900"/>
          </a:xfrm>
        </p:grpSpPr>
        <p:sp>
          <p:nvSpPr>
            <p:cNvPr id="9838" name="Google Shape;9838;p87"/>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7"/>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0" name="Google Shape;9840;p87"/>
          <p:cNvSpPr/>
          <p:nvPr/>
        </p:nvSpPr>
        <p:spPr>
          <a:xfrm>
            <a:off x="2174857" y="3604055"/>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7"/>
          <p:cNvSpPr/>
          <p:nvPr/>
        </p:nvSpPr>
        <p:spPr>
          <a:xfrm>
            <a:off x="3995440" y="3071387"/>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42" name="Google Shape;9842;p87"/>
          <p:cNvGrpSpPr/>
          <p:nvPr/>
        </p:nvGrpSpPr>
        <p:grpSpPr>
          <a:xfrm>
            <a:off x="1659816" y="1308254"/>
            <a:ext cx="380241" cy="371793"/>
            <a:chOff x="-42430625" y="1949750"/>
            <a:chExt cx="322950" cy="315775"/>
          </a:xfrm>
        </p:grpSpPr>
        <p:sp>
          <p:nvSpPr>
            <p:cNvPr id="9843" name="Google Shape;9843;p87"/>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7"/>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7"/>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7"/>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87"/>
          <p:cNvSpPr/>
          <p:nvPr/>
        </p:nvSpPr>
        <p:spPr>
          <a:xfrm>
            <a:off x="1719036" y="1755820"/>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7"/>
          <p:cNvSpPr/>
          <p:nvPr/>
        </p:nvSpPr>
        <p:spPr>
          <a:xfrm>
            <a:off x="1696509" y="2188264"/>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7"/>
          <p:cNvSpPr/>
          <p:nvPr/>
        </p:nvSpPr>
        <p:spPr>
          <a:xfrm>
            <a:off x="3917021" y="1342493"/>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7"/>
          <p:cNvSpPr/>
          <p:nvPr/>
        </p:nvSpPr>
        <p:spPr>
          <a:xfrm>
            <a:off x="3936416" y="1781781"/>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7"/>
          <p:cNvSpPr/>
          <p:nvPr/>
        </p:nvSpPr>
        <p:spPr>
          <a:xfrm>
            <a:off x="3906859" y="2214107"/>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7"/>
          <p:cNvSpPr/>
          <p:nvPr/>
        </p:nvSpPr>
        <p:spPr>
          <a:xfrm>
            <a:off x="2616350" y="2648981"/>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3" name="Google Shape;9853;p87"/>
          <p:cNvGrpSpPr/>
          <p:nvPr/>
        </p:nvGrpSpPr>
        <p:grpSpPr>
          <a:xfrm>
            <a:off x="2623344" y="3084199"/>
            <a:ext cx="372824" cy="372058"/>
            <a:chOff x="-38686275" y="2314400"/>
            <a:chExt cx="316650" cy="316000"/>
          </a:xfrm>
        </p:grpSpPr>
        <p:sp>
          <p:nvSpPr>
            <p:cNvPr id="9854" name="Google Shape;9854;p87"/>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7"/>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6" name="Google Shape;9856;p87"/>
          <p:cNvGrpSpPr/>
          <p:nvPr/>
        </p:nvGrpSpPr>
        <p:grpSpPr>
          <a:xfrm>
            <a:off x="2621946" y="3576239"/>
            <a:ext cx="375620" cy="373736"/>
            <a:chOff x="-38686275" y="2682250"/>
            <a:chExt cx="319025" cy="317425"/>
          </a:xfrm>
        </p:grpSpPr>
        <p:sp>
          <p:nvSpPr>
            <p:cNvPr id="9857" name="Google Shape;9857;p87"/>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7"/>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9" name="Google Shape;9859;p87"/>
          <p:cNvGrpSpPr/>
          <p:nvPr/>
        </p:nvGrpSpPr>
        <p:grpSpPr>
          <a:xfrm>
            <a:off x="3940328" y="3574782"/>
            <a:ext cx="391368" cy="376650"/>
            <a:chOff x="-37534750" y="2668075"/>
            <a:chExt cx="332400" cy="319900"/>
          </a:xfrm>
        </p:grpSpPr>
        <p:sp>
          <p:nvSpPr>
            <p:cNvPr id="9860" name="Google Shape;9860;p87"/>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7"/>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2" name="Google Shape;9862;p87"/>
          <p:cNvSpPr/>
          <p:nvPr/>
        </p:nvSpPr>
        <p:spPr>
          <a:xfrm>
            <a:off x="2106751" y="1307496"/>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3" name="Google Shape;9863;p87"/>
          <p:cNvGrpSpPr/>
          <p:nvPr/>
        </p:nvGrpSpPr>
        <p:grpSpPr>
          <a:xfrm>
            <a:off x="2131694" y="1755917"/>
            <a:ext cx="375591" cy="374060"/>
            <a:chOff x="-42062025" y="2316000"/>
            <a:chExt cx="319000" cy="317700"/>
          </a:xfrm>
        </p:grpSpPr>
        <p:sp>
          <p:nvSpPr>
            <p:cNvPr id="9864" name="Google Shape;9864;p87"/>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7"/>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6" name="Google Shape;9866;p87"/>
          <p:cNvSpPr/>
          <p:nvPr/>
        </p:nvSpPr>
        <p:spPr>
          <a:xfrm>
            <a:off x="2135027" y="2187352"/>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7" name="Google Shape;9867;p87"/>
          <p:cNvGrpSpPr/>
          <p:nvPr/>
        </p:nvGrpSpPr>
        <p:grpSpPr>
          <a:xfrm>
            <a:off x="876569" y="2667020"/>
            <a:ext cx="330143" cy="368173"/>
            <a:chOff x="-40150450" y="1977325"/>
            <a:chExt cx="280400" cy="312700"/>
          </a:xfrm>
        </p:grpSpPr>
        <p:sp>
          <p:nvSpPr>
            <p:cNvPr id="9868" name="Google Shape;9868;p87"/>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7"/>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7"/>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7"/>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2" name="Google Shape;9872;p87"/>
          <p:cNvGrpSpPr/>
          <p:nvPr/>
        </p:nvGrpSpPr>
        <p:grpSpPr>
          <a:xfrm>
            <a:off x="870534" y="3126239"/>
            <a:ext cx="342211" cy="372824"/>
            <a:chOff x="-40160700" y="2339625"/>
            <a:chExt cx="290650" cy="316650"/>
          </a:xfrm>
        </p:grpSpPr>
        <p:sp>
          <p:nvSpPr>
            <p:cNvPr id="9873" name="Google Shape;9873;p87"/>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7"/>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7"/>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7"/>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87"/>
          <p:cNvGrpSpPr/>
          <p:nvPr/>
        </p:nvGrpSpPr>
        <p:grpSpPr>
          <a:xfrm>
            <a:off x="852359" y="3576695"/>
            <a:ext cx="375591" cy="372824"/>
            <a:chOff x="-40171725" y="2705875"/>
            <a:chExt cx="319000" cy="316650"/>
          </a:xfrm>
        </p:grpSpPr>
        <p:sp>
          <p:nvSpPr>
            <p:cNvPr id="9878" name="Google Shape;9878;p87"/>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7"/>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87"/>
          <p:cNvGrpSpPr/>
          <p:nvPr/>
        </p:nvGrpSpPr>
        <p:grpSpPr>
          <a:xfrm>
            <a:off x="3109957" y="2651151"/>
            <a:ext cx="272686" cy="373766"/>
            <a:chOff x="-38275925" y="1946600"/>
            <a:chExt cx="231600" cy="317450"/>
          </a:xfrm>
        </p:grpSpPr>
        <p:sp>
          <p:nvSpPr>
            <p:cNvPr id="9881" name="Google Shape;9881;p87"/>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7"/>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83" name="Google Shape;9883;p87"/>
          <p:cNvSpPr/>
          <p:nvPr/>
        </p:nvSpPr>
        <p:spPr>
          <a:xfrm>
            <a:off x="3057873" y="3082867"/>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7"/>
          <p:cNvSpPr/>
          <p:nvPr/>
        </p:nvSpPr>
        <p:spPr>
          <a:xfrm>
            <a:off x="3137950" y="3575768"/>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5" name="Google Shape;9885;p87"/>
          <p:cNvGrpSpPr/>
          <p:nvPr/>
        </p:nvGrpSpPr>
        <p:grpSpPr>
          <a:xfrm>
            <a:off x="2173841" y="4048593"/>
            <a:ext cx="382096" cy="371911"/>
            <a:chOff x="-37190575" y="1951325"/>
            <a:chExt cx="324525" cy="315875"/>
          </a:xfrm>
        </p:grpSpPr>
        <p:sp>
          <p:nvSpPr>
            <p:cNvPr id="9886" name="Google Shape;9886;p87"/>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7"/>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7"/>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7"/>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7"/>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1" name="Google Shape;9891;p87"/>
          <p:cNvSpPr/>
          <p:nvPr/>
        </p:nvSpPr>
        <p:spPr>
          <a:xfrm>
            <a:off x="2541596" y="1305641"/>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2" name="Google Shape;9892;p87"/>
          <p:cNvGrpSpPr/>
          <p:nvPr/>
        </p:nvGrpSpPr>
        <p:grpSpPr>
          <a:xfrm>
            <a:off x="2574144" y="1834744"/>
            <a:ext cx="373736" cy="293055"/>
            <a:chOff x="-41694200" y="2382950"/>
            <a:chExt cx="317425" cy="248900"/>
          </a:xfrm>
        </p:grpSpPr>
        <p:sp>
          <p:nvSpPr>
            <p:cNvPr id="9893" name="Google Shape;9893;p87"/>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7"/>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87"/>
          <p:cNvGrpSpPr/>
          <p:nvPr/>
        </p:nvGrpSpPr>
        <p:grpSpPr>
          <a:xfrm>
            <a:off x="2570967" y="2188052"/>
            <a:ext cx="375591" cy="373766"/>
            <a:chOff x="-41695775" y="2683025"/>
            <a:chExt cx="319000" cy="317450"/>
          </a:xfrm>
        </p:grpSpPr>
        <p:sp>
          <p:nvSpPr>
            <p:cNvPr id="9896" name="Google Shape;9896;p87"/>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7"/>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7"/>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9" name="Google Shape;9899;p87"/>
          <p:cNvGrpSpPr/>
          <p:nvPr/>
        </p:nvGrpSpPr>
        <p:grpSpPr>
          <a:xfrm>
            <a:off x="1313266" y="2680822"/>
            <a:ext cx="342211" cy="375620"/>
            <a:chOff x="-39792875" y="1971800"/>
            <a:chExt cx="290650" cy="319025"/>
          </a:xfrm>
        </p:grpSpPr>
        <p:sp>
          <p:nvSpPr>
            <p:cNvPr id="9900" name="Google Shape;9900;p87"/>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7"/>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2" name="Google Shape;9902;p87"/>
          <p:cNvSpPr/>
          <p:nvPr/>
        </p:nvSpPr>
        <p:spPr>
          <a:xfrm>
            <a:off x="1296433" y="3576475"/>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3" name="Google Shape;9903;p87"/>
          <p:cNvGrpSpPr/>
          <p:nvPr/>
        </p:nvGrpSpPr>
        <p:grpSpPr>
          <a:xfrm>
            <a:off x="3490328" y="2653006"/>
            <a:ext cx="383950" cy="372618"/>
            <a:chOff x="-37956150" y="1948175"/>
            <a:chExt cx="326100" cy="316475"/>
          </a:xfrm>
        </p:grpSpPr>
        <p:sp>
          <p:nvSpPr>
            <p:cNvPr id="9904" name="Google Shape;9904;p87"/>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7"/>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7"/>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87"/>
          <p:cNvGrpSpPr/>
          <p:nvPr/>
        </p:nvGrpSpPr>
        <p:grpSpPr>
          <a:xfrm>
            <a:off x="1323705" y="3129047"/>
            <a:ext cx="324609" cy="374825"/>
            <a:chOff x="-39783425" y="2337925"/>
            <a:chExt cx="275700" cy="318350"/>
          </a:xfrm>
        </p:grpSpPr>
        <p:sp>
          <p:nvSpPr>
            <p:cNvPr id="9908" name="Google Shape;9908;p87"/>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7"/>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0" name="Google Shape;9910;p87"/>
          <p:cNvGrpSpPr/>
          <p:nvPr/>
        </p:nvGrpSpPr>
        <p:grpSpPr>
          <a:xfrm>
            <a:off x="3497847" y="3160259"/>
            <a:ext cx="375620" cy="243015"/>
            <a:chOff x="-37953000" y="2379000"/>
            <a:chExt cx="319025" cy="206400"/>
          </a:xfrm>
        </p:grpSpPr>
        <p:sp>
          <p:nvSpPr>
            <p:cNvPr id="9911" name="Google Shape;9911;p87"/>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7"/>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7"/>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7"/>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7"/>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16" name="Google Shape;9916;p87"/>
          <p:cNvSpPr/>
          <p:nvPr/>
        </p:nvSpPr>
        <p:spPr>
          <a:xfrm>
            <a:off x="3490950" y="3575768"/>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7"/>
          <p:cNvSpPr/>
          <p:nvPr/>
        </p:nvSpPr>
        <p:spPr>
          <a:xfrm>
            <a:off x="2669201" y="4047649"/>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7"/>
          <p:cNvSpPr txBox="1">
            <a:spLocks noGrp="1"/>
          </p:cNvSpPr>
          <p:nvPr>
            <p:ph type="title" idx="4294967295"/>
          </p:nvPr>
        </p:nvSpPr>
        <p:spPr>
          <a:xfrm>
            <a:off x="849675"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19" name="Google Shape;9919;p87"/>
          <p:cNvSpPr txBox="1">
            <a:spLocks noGrp="1"/>
          </p:cNvSpPr>
          <p:nvPr>
            <p:ph type="title" idx="4294967295"/>
          </p:nvPr>
        </p:nvSpPr>
        <p:spPr>
          <a:xfrm>
            <a:off x="4858400"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920" name="Google Shape;9920;p87"/>
          <p:cNvSpPr/>
          <p:nvPr/>
        </p:nvSpPr>
        <p:spPr>
          <a:xfrm>
            <a:off x="486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1" name="Google Shape;9921;p87"/>
          <p:cNvGrpSpPr/>
          <p:nvPr/>
        </p:nvGrpSpPr>
        <p:grpSpPr>
          <a:xfrm>
            <a:off x="4865594" y="1782519"/>
            <a:ext cx="354107" cy="355063"/>
            <a:chOff x="-28467625" y="2331750"/>
            <a:chExt cx="296150" cy="296950"/>
          </a:xfrm>
        </p:grpSpPr>
        <p:sp>
          <p:nvSpPr>
            <p:cNvPr id="9922" name="Google Shape;9922;p87"/>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7"/>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4" name="Google Shape;9924;p87"/>
          <p:cNvGrpSpPr/>
          <p:nvPr/>
        </p:nvGrpSpPr>
        <p:grpSpPr>
          <a:xfrm>
            <a:off x="4879719" y="2225601"/>
            <a:ext cx="325858" cy="351327"/>
            <a:chOff x="-28461325" y="2701925"/>
            <a:chExt cx="272525" cy="293825"/>
          </a:xfrm>
        </p:grpSpPr>
        <p:sp>
          <p:nvSpPr>
            <p:cNvPr id="9925" name="Google Shape;9925;p87"/>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7"/>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7"/>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8" name="Google Shape;9928;p87"/>
          <p:cNvGrpSpPr/>
          <p:nvPr/>
        </p:nvGrpSpPr>
        <p:grpSpPr>
          <a:xfrm>
            <a:off x="7103910" y="1399238"/>
            <a:ext cx="354107" cy="226974"/>
            <a:chOff x="-26585200" y="2025375"/>
            <a:chExt cx="296150" cy="189825"/>
          </a:xfrm>
        </p:grpSpPr>
        <p:sp>
          <p:nvSpPr>
            <p:cNvPr id="9929" name="Google Shape;9929;p87"/>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7"/>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7"/>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7"/>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7"/>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4" name="Google Shape;9934;p87"/>
          <p:cNvGrpSpPr/>
          <p:nvPr/>
        </p:nvGrpSpPr>
        <p:grpSpPr>
          <a:xfrm>
            <a:off x="7104373" y="1783461"/>
            <a:ext cx="353180" cy="353180"/>
            <a:chOff x="-26584425" y="2340425"/>
            <a:chExt cx="295375" cy="295375"/>
          </a:xfrm>
        </p:grpSpPr>
        <p:sp>
          <p:nvSpPr>
            <p:cNvPr id="9935" name="Google Shape;9935;p87"/>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7"/>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7"/>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7"/>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7"/>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0" name="Google Shape;9940;p87"/>
          <p:cNvGrpSpPr/>
          <p:nvPr/>
        </p:nvGrpSpPr>
        <p:grpSpPr>
          <a:xfrm>
            <a:off x="7099202" y="2224555"/>
            <a:ext cx="363523" cy="353419"/>
            <a:chOff x="-26585200" y="2710400"/>
            <a:chExt cx="304025" cy="295575"/>
          </a:xfrm>
        </p:grpSpPr>
        <p:sp>
          <p:nvSpPr>
            <p:cNvPr id="9941" name="Google Shape;9941;p87"/>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7"/>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7"/>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7"/>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7"/>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7"/>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7"/>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7"/>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7"/>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7"/>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7"/>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7"/>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3" name="Google Shape;9953;p87"/>
          <p:cNvGrpSpPr/>
          <p:nvPr/>
        </p:nvGrpSpPr>
        <p:grpSpPr>
          <a:xfrm>
            <a:off x="5754337" y="2666033"/>
            <a:ext cx="354136" cy="353210"/>
            <a:chOff x="-24709875" y="1970225"/>
            <a:chExt cx="296175" cy="295400"/>
          </a:xfrm>
        </p:grpSpPr>
        <p:sp>
          <p:nvSpPr>
            <p:cNvPr id="9954" name="Google Shape;9954;p87"/>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7"/>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87"/>
          <p:cNvGrpSpPr/>
          <p:nvPr/>
        </p:nvGrpSpPr>
        <p:grpSpPr>
          <a:xfrm>
            <a:off x="5786352" y="3112911"/>
            <a:ext cx="290107" cy="354107"/>
            <a:chOff x="-24683100" y="2340425"/>
            <a:chExt cx="242625" cy="296150"/>
          </a:xfrm>
        </p:grpSpPr>
        <p:sp>
          <p:nvSpPr>
            <p:cNvPr id="9957" name="Google Shape;9957;p87"/>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7"/>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7"/>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7"/>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1" name="Google Shape;9961;p87"/>
          <p:cNvSpPr/>
          <p:nvPr/>
        </p:nvSpPr>
        <p:spPr>
          <a:xfrm>
            <a:off x="578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2" name="Google Shape;9962;p87"/>
          <p:cNvGrpSpPr/>
          <p:nvPr/>
        </p:nvGrpSpPr>
        <p:grpSpPr>
          <a:xfrm>
            <a:off x="7992594" y="2666033"/>
            <a:ext cx="360713" cy="353210"/>
            <a:chOff x="-22881800" y="1971800"/>
            <a:chExt cx="301675" cy="295400"/>
          </a:xfrm>
        </p:grpSpPr>
        <p:sp>
          <p:nvSpPr>
            <p:cNvPr id="9963" name="Google Shape;9963;p87"/>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7"/>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7"/>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7"/>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7"/>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7"/>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9" name="Google Shape;9969;p87"/>
          <p:cNvSpPr/>
          <p:nvPr/>
        </p:nvSpPr>
        <p:spPr>
          <a:xfrm>
            <a:off x="532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7"/>
          <p:cNvSpPr/>
          <p:nvPr/>
        </p:nvSpPr>
        <p:spPr>
          <a:xfrm>
            <a:off x="530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71" name="Google Shape;9971;p87"/>
          <p:cNvGrpSpPr/>
          <p:nvPr/>
        </p:nvGrpSpPr>
        <p:grpSpPr>
          <a:xfrm>
            <a:off x="5368939" y="2224196"/>
            <a:ext cx="227930" cy="354136"/>
            <a:chOff x="-28043900" y="2701925"/>
            <a:chExt cx="190625" cy="296175"/>
          </a:xfrm>
        </p:grpSpPr>
        <p:sp>
          <p:nvSpPr>
            <p:cNvPr id="9972" name="Google Shape;9972;p87"/>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7"/>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7"/>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7"/>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7"/>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87"/>
          <p:cNvGrpSpPr/>
          <p:nvPr/>
        </p:nvGrpSpPr>
        <p:grpSpPr>
          <a:xfrm>
            <a:off x="7541805" y="1336135"/>
            <a:ext cx="354136" cy="353180"/>
            <a:chOff x="-26215025" y="1971025"/>
            <a:chExt cx="296175" cy="295375"/>
          </a:xfrm>
        </p:grpSpPr>
        <p:sp>
          <p:nvSpPr>
            <p:cNvPr id="9978" name="Google Shape;9978;p87"/>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7"/>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7"/>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7"/>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7"/>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7"/>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7"/>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7"/>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6" name="Google Shape;9986;p87"/>
          <p:cNvGrpSpPr/>
          <p:nvPr/>
        </p:nvGrpSpPr>
        <p:grpSpPr>
          <a:xfrm>
            <a:off x="7541327" y="1783924"/>
            <a:ext cx="355093" cy="352253"/>
            <a:chOff x="-26215825" y="2341200"/>
            <a:chExt cx="296975" cy="294600"/>
          </a:xfrm>
        </p:grpSpPr>
        <p:sp>
          <p:nvSpPr>
            <p:cNvPr id="9987" name="Google Shape;9987;p87"/>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7"/>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9" name="Google Shape;9989;p87"/>
          <p:cNvGrpSpPr/>
          <p:nvPr/>
        </p:nvGrpSpPr>
        <p:grpSpPr>
          <a:xfrm>
            <a:off x="7573357" y="2224674"/>
            <a:ext cx="291033" cy="353180"/>
            <a:chOff x="-26179575" y="2710600"/>
            <a:chExt cx="243400" cy="295375"/>
          </a:xfrm>
        </p:grpSpPr>
        <p:sp>
          <p:nvSpPr>
            <p:cNvPr id="9990" name="Google Shape;9990;p87"/>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7"/>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7"/>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3" name="Google Shape;9993;p87"/>
          <p:cNvGrpSpPr/>
          <p:nvPr/>
        </p:nvGrpSpPr>
        <p:grpSpPr>
          <a:xfrm>
            <a:off x="6212417" y="2666048"/>
            <a:ext cx="337187" cy="353180"/>
            <a:chOff x="-24328675" y="1971025"/>
            <a:chExt cx="282000" cy="295375"/>
          </a:xfrm>
        </p:grpSpPr>
        <p:sp>
          <p:nvSpPr>
            <p:cNvPr id="9994" name="Google Shape;9994;p87"/>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7"/>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6" name="Google Shape;9996;p87"/>
          <p:cNvGrpSpPr/>
          <p:nvPr/>
        </p:nvGrpSpPr>
        <p:grpSpPr>
          <a:xfrm>
            <a:off x="6214778" y="3113374"/>
            <a:ext cx="332464" cy="353180"/>
            <a:chOff x="-24330250" y="2340425"/>
            <a:chExt cx="278050" cy="295375"/>
          </a:xfrm>
        </p:grpSpPr>
        <p:sp>
          <p:nvSpPr>
            <p:cNvPr id="9997" name="Google Shape;9997;p87"/>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7"/>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7"/>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7"/>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7"/>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7"/>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7"/>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87"/>
          <p:cNvGrpSpPr/>
          <p:nvPr/>
        </p:nvGrpSpPr>
        <p:grpSpPr>
          <a:xfrm>
            <a:off x="6204420" y="3554587"/>
            <a:ext cx="353180" cy="353180"/>
            <a:chOff x="-24338900" y="2710600"/>
            <a:chExt cx="295375" cy="295375"/>
          </a:xfrm>
        </p:grpSpPr>
        <p:sp>
          <p:nvSpPr>
            <p:cNvPr id="10005" name="Google Shape;10005;p87"/>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7"/>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7" name="Google Shape;10007;p87"/>
          <p:cNvGrpSpPr/>
          <p:nvPr/>
        </p:nvGrpSpPr>
        <p:grpSpPr>
          <a:xfrm>
            <a:off x="7995419" y="3113972"/>
            <a:ext cx="355063" cy="351984"/>
            <a:chOff x="-22859750" y="2335900"/>
            <a:chExt cx="296950" cy="294375"/>
          </a:xfrm>
        </p:grpSpPr>
        <p:sp>
          <p:nvSpPr>
            <p:cNvPr id="10008" name="Google Shape;10008;p87"/>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7"/>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7"/>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1" name="Google Shape;10011;p87"/>
          <p:cNvGrpSpPr/>
          <p:nvPr/>
        </p:nvGrpSpPr>
        <p:grpSpPr>
          <a:xfrm>
            <a:off x="5774767" y="1336120"/>
            <a:ext cx="311749" cy="353210"/>
            <a:chOff x="-27710725" y="1959200"/>
            <a:chExt cx="260725" cy="295400"/>
          </a:xfrm>
        </p:grpSpPr>
        <p:sp>
          <p:nvSpPr>
            <p:cNvPr id="10012" name="Google Shape;10012;p87"/>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7"/>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87"/>
          <p:cNvGrpSpPr/>
          <p:nvPr/>
        </p:nvGrpSpPr>
        <p:grpSpPr>
          <a:xfrm>
            <a:off x="5752631" y="1844666"/>
            <a:ext cx="356020" cy="230770"/>
            <a:chOff x="-27728850" y="2382950"/>
            <a:chExt cx="297750" cy="193000"/>
          </a:xfrm>
        </p:grpSpPr>
        <p:sp>
          <p:nvSpPr>
            <p:cNvPr id="10015" name="Google Shape;10015;p87"/>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7"/>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7"/>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18" name="Google Shape;10018;p87"/>
          <p:cNvSpPr/>
          <p:nvPr/>
        </p:nvSpPr>
        <p:spPr>
          <a:xfrm>
            <a:off x="575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7"/>
          <p:cNvSpPr/>
          <p:nvPr/>
        </p:nvSpPr>
        <p:spPr>
          <a:xfrm>
            <a:off x="798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0" name="Google Shape;10020;p87"/>
          <p:cNvGrpSpPr/>
          <p:nvPr/>
        </p:nvGrpSpPr>
        <p:grpSpPr>
          <a:xfrm>
            <a:off x="7983975" y="1792877"/>
            <a:ext cx="354136" cy="334348"/>
            <a:chOff x="-25844850" y="2357750"/>
            <a:chExt cx="296175" cy="279625"/>
          </a:xfrm>
        </p:grpSpPr>
        <p:sp>
          <p:nvSpPr>
            <p:cNvPr id="10021" name="Google Shape;10021;p87"/>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7"/>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7"/>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7"/>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7"/>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7"/>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27" name="Google Shape;10027;p87"/>
          <p:cNvSpPr/>
          <p:nvPr/>
        </p:nvSpPr>
        <p:spPr>
          <a:xfrm>
            <a:off x="798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8" name="Google Shape;10028;p87"/>
          <p:cNvGrpSpPr/>
          <p:nvPr/>
        </p:nvGrpSpPr>
        <p:grpSpPr>
          <a:xfrm>
            <a:off x="6712883" y="2666033"/>
            <a:ext cx="228887" cy="353210"/>
            <a:chOff x="-23917525" y="1970225"/>
            <a:chExt cx="191425" cy="295400"/>
          </a:xfrm>
        </p:grpSpPr>
        <p:sp>
          <p:nvSpPr>
            <p:cNvPr id="10029" name="Google Shape;10029;p87"/>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7"/>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7"/>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2" name="Google Shape;10032;p87"/>
          <p:cNvGrpSpPr/>
          <p:nvPr/>
        </p:nvGrpSpPr>
        <p:grpSpPr>
          <a:xfrm>
            <a:off x="6668164" y="3112911"/>
            <a:ext cx="318325" cy="354107"/>
            <a:chOff x="-23952175" y="2340425"/>
            <a:chExt cx="266225" cy="296150"/>
          </a:xfrm>
        </p:grpSpPr>
        <p:sp>
          <p:nvSpPr>
            <p:cNvPr id="10033" name="Google Shape;10033;p87"/>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7"/>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5" name="Google Shape;10035;p87"/>
          <p:cNvSpPr/>
          <p:nvPr/>
        </p:nvSpPr>
        <p:spPr>
          <a:xfrm>
            <a:off x="664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6" name="Google Shape;10036;p87"/>
          <p:cNvGrpSpPr/>
          <p:nvPr/>
        </p:nvGrpSpPr>
        <p:grpSpPr>
          <a:xfrm>
            <a:off x="8053336" y="3553167"/>
            <a:ext cx="239230" cy="356020"/>
            <a:chOff x="-22811700" y="2700350"/>
            <a:chExt cx="200075" cy="297750"/>
          </a:xfrm>
        </p:grpSpPr>
        <p:sp>
          <p:nvSpPr>
            <p:cNvPr id="10037" name="Google Shape;10037;p87"/>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7"/>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7"/>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87"/>
          <p:cNvGrpSpPr/>
          <p:nvPr/>
        </p:nvGrpSpPr>
        <p:grpSpPr>
          <a:xfrm>
            <a:off x="6201787" y="1335656"/>
            <a:ext cx="355063" cy="354136"/>
            <a:chOff x="-27358650" y="1961575"/>
            <a:chExt cx="296950" cy="296175"/>
          </a:xfrm>
        </p:grpSpPr>
        <p:sp>
          <p:nvSpPr>
            <p:cNvPr id="10041" name="Google Shape;10041;p87"/>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7"/>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3" name="Google Shape;10043;p87"/>
          <p:cNvSpPr/>
          <p:nvPr/>
        </p:nvSpPr>
        <p:spPr>
          <a:xfrm>
            <a:off x="624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7"/>
          <p:cNvSpPr/>
          <p:nvPr/>
        </p:nvSpPr>
        <p:spPr>
          <a:xfrm>
            <a:off x="620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87"/>
          <p:cNvGrpSpPr/>
          <p:nvPr/>
        </p:nvGrpSpPr>
        <p:grpSpPr>
          <a:xfrm>
            <a:off x="7100357" y="2666048"/>
            <a:ext cx="354136" cy="353180"/>
            <a:chOff x="-23599325" y="1971025"/>
            <a:chExt cx="296175" cy="295375"/>
          </a:xfrm>
        </p:grpSpPr>
        <p:sp>
          <p:nvSpPr>
            <p:cNvPr id="10046" name="Google Shape;10046;p87"/>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7"/>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8" name="Google Shape;10048;p87"/>
          <p:cNvSpPr/>
          <p:nvPr/>
        </p:nvSpPr>
        <p:spPr>
          <a:xfrm>
            <a:off x="710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7"/>
          <p:cNvSpPr/>
          <p:nvPr/>
        </p:nvSpPr>
        <p:spPr>
          <a:xfrm>
            <a:off x="709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7"/>
          <p:cNvSpPr/>
          <p:nvPr/>
        </p:nvSpPr>
        <p:spPr>
          <a:xfrm>
            <a:off x="620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1" name="Google Shape;10051;p87"/>
          <p:cNvGrpSpPr/>
          <p:nvPr/>
        </p:nvGrpSpPr>
        <p:grpSpPr>
          <a:xfrm>
            <a:off x="6644801" y="1335776"/>
            <a:ext cx="360713" cy="353897"/>
            <a:chOff x="-26993200" y="1961775"/>
            <a:chExt cx="301675" cy="295975"/>
          </a:xfrm>
        </p:grpSpPr>
        <p:sp>
          <p:nvSpPr>
            <p:cNvPr id="10052" name="Google Shape;10052;p87"/>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7"/>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7"/>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5" name="Google Shape;10055;p87"/>
          <p:cNvGrpSpPr/>
          <p:nvPr/>
        </p:nvGrpSpPr>
        <p:grpSpPr>
          <a:xfrm>
            <a:off x="6669761" y="1783461"/>
            <a:ext cx="310792" cy="353180"/>
            <a:chOff x="-26970350" y="2332550"/>
            <a:chExt cx="259925" cy="295375"/>
          </a:xfrm>
        </p:grpSpPr>
        <p:sp>
          <p:nvSpPr>
            <p:cNvPr id="10056" name="Google Shape;10056;p87"/>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7"/>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8" name="Google Shape;10058;p87"/>
          <p:cNvGrpSpPr/>
          <p:nvPr/>
        </p:nvGrpSpPr>
        <p:grpSpPr>
          <a:xfrm>
            <a:off x="6649046" y="2256226"/>
            <a:ext cx="352223" cy="290077"/>
            <a:chOff x="-26986100" y="2735800"/>
            <a:chExt cx="294575" cy="242600"/>
          </a:xfrm>
        </p:grpSpPr>
        <p:sp>
          <p:nvSpPr>
            <p:cNvPr id="10059" name="Google Shape;10059;p87"/>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7"/>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1" name="Google Shape;10061;p87"/>
          <p:cNvGrpSpPr/>
          <p:nvPr/>
        </p:nvGrpSpPr>
        <p:grpSpPr>
          <a:xfrm>
            <a:off x="7548093" y="2665569"/>
            <a:ext cx="355063" cy="354136"/>
            <a:chOff x="-23229925" y="1970225"/>
            <a:chExt cx="296950" cy="296175"/>
          </a:xfrm>
        </p:grpSpPr>
        <p:sp>
          <p:nvSpPr>
            <p:cNvPr id="10062" name="Google Shape;10062;p87"/>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7"/>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7"/>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7"/>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6" name="Google Shape;10066;p87"/>
          <p:cNvGrpSpPr/>
          <p:nvPr/>
        </p:nvGrpSpPr>
        <p:grpSpPr>
          <a:xfrm>
            <a:off x="7590466" y="3112432"/>
            <a:ext cx="270318" cy="355063"/>
            <a:chOff x="-23177950" y="2340425"/>
            <a:chExt cx="226075" cy="296950"/>
          </a:xfrm>
        </p:grpSpPr>
        <p:sp>
          <p:nvSpPr>
            <p:cNvPr id="10067" name="Google Shape;10067;p87"/>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7"/>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87"/>
          <p:cNvGrpSpPr/>
          <p:nvPr/>
        </p:nvGrpSpPr>
        <p:grpSpPr>
          <a:xfrm>
            <a:off x="7548556" y="3554109"/>
            <a:ext cx="354136" cy="354136"/>
            <a:chOff x="-23229150" y="2710600"/>
            <a:chExt cx="296175" cy="296175"/>
          </a:xfrm>
        </p:grpSpPr>
        <p:sp>
          <p:nvSpPr>
            <p:cNvPr id="10070" name="Google Shape;10070;p87"/>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7"/>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2" name="Google Shape;10072;p87"/>
          <p:cNvSpPr/>
          <p:nvPr/>
        </p:nvSpPr>
        <p:spPr>
          <a:xfrm>
            <a:off x="665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7"/>
          <p:cNvSpPr/>
          <p:nvPr/>
        </p:nvSpPr>
        <p:spPr>
          <a:xfrm>
            <a:off x="488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4" name="Google Shape;10074;p87"/>
          <p:cNvGrpSpPr/>
          <p:nvPr/>
        </p:nvGrpSpPr>
        <p:grpSpPr>
          <a:xfrm>
            <a:off x="4865631" y="3123732"/>
            <a:ext cx="356946" cy="332464"/>
            <a:chOff x="-25477800" y="2357750"/>
            <a:chExt cx="298525" cy="278050"/>
          </a:xfrm>
        </p:grpSpPr>
        <p:sp>
          <p:nvSpPr>
            <p:cNvPr id="10075" name="Google Shape;10075;p87"/>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7"/>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7" name="Google Shape;10077;p87"/>
          <p:cNvSpPr/>
          <p:nvPr/>
        </p:nvSpPr>
        <p:spPr>
          <a:xfrm>
            <a:off x="486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7"/>
          <p:cNvSpPr/>
          <p:nvPr/>
        </p:nvSpPr>
        <p:spPr>
          <a:xfrm>
            <a:off x="530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9" name="Google Shape;10079;p87"/>
          <p:cNvGrpSpPr/>
          <p:nvPr/>
        </p:nvGrpSpPr>
        <p:grpSpPr>
          <a:xfrm>
            <a:off x="5308265" y="3112911"/>
            <a:ext cx="353180" cy="354107"/>
            <a:chOff x="-25104475" y="2340425"/>
            <a:chExt cx="295375" cy="296150"/>
          </a:xfrm>
        </p:grpSpPr>
        <p:sp>
          <p:nvSpPr>
            <p:cNvPr id="10080" name="Google Shape;10080;p87"/>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7"/>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7"/>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7"/>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7"/>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7"/>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7"/>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7"/>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7"/>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9" name="Google Shape;10089;p87"/>
          <p:cNvSpPr/>
          <p:nvPr/>
        </p:nvSpPr>
        <p:spPr>
          <a:xfrm>
            <a:off x="530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93"/>
        <p:cNvGrpSpPr/>
        <p:nvPr/>
      </p:nvGrpSpPr>
      <p:grpSpPr>
        <a:xfrm>
          <a:off x="0" y="0"/>
          <a:ext cx="0" cy="0"/>
          <a:chOff x="0" y="0"/>
          <a:chExt cx="0" cy="0"/>
        </a:xfrm>
      </p:grpSpPr>
      <p:sp>
        <p:nvSpPr>
          <p:cNvPr id="10094" name="Google Shape;10094;p88"/>
          <p:cNvSpPr txBox="1">
            <a:spLocks noGrp="1"/>
          </p:cNvSpPr>
          <p:nvPr>
            <p:ph type="title" idx="4294967295"/>
          </p:nvPr>
        </p:nvSpPr>
        <p:spPr>
          <a:xfrm>
            <a:off x="849675"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095" name="Google Shape;10095;p88"/>
          <p:cNvSpPr txBox="1">
            <a:spLocks noGrp="1"/>
          </p:cNvSpPr>
          <p:nvPr>
            <p:ph type="title" idx="4294967295"/>
          </p:nvPr>
        </p:nvSpPr>
        <p:spPr>
          <a:xfrm>
            <a:off x="4858400"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096" name="Google Shape;10096;p88"/>
          <p:cNvGrpSpPr/>
          <p:nvPr/>
        </p:nvGrpSpPr>
        <p:grpSpPr>
          <a:xfrm>
            <a:off x="854368" y="1313920"/>
            <a:ext cx="366269" cy="366240"/>
            <a:chOff x="-65131525" y="1914325"/>
            <a:chExt cx="316650" cy="316625"/>
          </a:xfrm>
        </p:grpSpPr>
        <p:sp>
          <p:nvSpPr>
            <p:cNvPr id="10097" name="Google Shape;10097;p88"/>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8"/>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9" name="Google Shape;10099;p88"/>
          <p:cNvGrpSpPr/>
          <p:nvPr/>
        </p:nvGrpSpPr>
        <p:grpSpPr>
          <a:xfrm>
            <a:off x="854368" y="1794207"/>
            <a:ext cx="366269" cy="366269"/>
            <a:chOff x="-65131525" y="2281350"/>
            <a:chExt cx="316650" cy="316650"/>
          </a:xfrm>
        </p:grpSpPr>
        <p:sp>
          <p:nvSpPr>
            <p:cNvPr id="10100" name="Google Shape;10100;p88"/>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8"/>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2" name="Google Shape;10102;p88"/>
          <p:cNvGrpSpPr/>
          <p:nvPr/>
        </p:nvGrpSpPr>
        <p:grpSpPr>
          <a:xfrm>
            <a:off x="857564" y="2259206"/>
            <a:ext cx="359878" cy="367165"/>
            <a:chOff x="-65129950" y="2646800"/>
            <a:chExt cx="311125" cy="317425"/>
          </a:xfrm>
        </p:grpSpPr>
        <p:sp>
          <p:nvSpPr>
            <p:cNvPr id="10103" name="Google Shape;10103;p88"/>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8"/>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5" name="Google Shape;10105;p88"/>
          <p:cNvGrpSpPr/>
          <p:nvPr/>
        </p:nvGrpSpPr>
        <p:grpSpPr>
          <a:xfrm>
            <a:off x="3060897" y="1312532"/>
            <a:ext cx="368987" cy="369016"/>
            <a:chOff x="-63252250" y="1930850"/>
            <a:chExt cx="319000" cy="319025"/>
          </a:xfrm>
        </p:grpSpPr>
        <p:sp>
          <p:nvSpPr>
            <p:cNvPr id="10106" name="Google Shape;10106;p88"/>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8"/>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8" name="Google Shape;10108;p88"/>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9" name="Google Shape;10109;p88"/>
          <p:cNvGrpSpPr/>
          <p:nvPr/>
        </p:nvGrpSpPr>
        <p:grpSpPr>
          <a:xfrm>
            <a:off x="3061808" y="2258743"/>
            <a:ext cx="367165" cy="368091"/>
            <a:chOff x="-63250675" y="2664125"/>
            <a:chExt cx="317425" cy="318225"/>
          </a:xfrm>
        </p:grpSpPr>
        <p:sp>
          <p:nvSpPr>
            <p:cNvPr id="10110" name="Google Shape;10110;p88"/>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8"/>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2" name="Google Shape;10112;p88"/>
          <p:cNvGrpSpPr/>
          <p:nvPr/>
        </p:nvGrpSpPr>
        <p:grpSpPr>
          <a:xfrm>
            <a:off x="1738471" y="2735150"/>
            <a:ext cx="363522" cy="361266"/>
            <a:chOff x="-61354075" y="1940500"/>
            <a:chExt cx="314275" cy="312325"/>
          </a:xfrm>
        </p:grpSpPr>
        <p:sp>
          <p:nvSpPr>
            <p:cNvPr id="10113" name="Google Shape;10113;p88"/>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88"/>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8"/>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8"/>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7" name="Google Shape;10117;p88"/>
          <p:cNvGrpSpPr/>
          <p:nvPr/>
        </p:nvGrpSpPr>
        <p:grpSpPr>
          <a:xfrm>
            <a:off x="1737098" y="3183702"/>
            <a:ext cx="366269" cy="336195"/>
            <a:chOff x="-61354875" y="2322300"/>
            <a:chExt cx="316650" cy="290650"/>
          </a:xfrm>
        </p:grpSpPr>
        <p:sp>
          <p:nvSpPr>
            <p:cNvPr id="10118" name="Google Shape;10118;p88"/>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8"/>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8"/>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1" name="Google Shape;10121;p88"/>
          <p:cNvGrpSpPr/>
          <p:nvPr/>
        </p:nvGrpSpPr>
        <p:grpSpPr>
          <a:xfrm>
            <a:off x="1737098" y="3611266"/>
            <a:ext cx="366269" cy="366269"/>
            <a:chOff x="-61354875" y="2671225"/>
            <a:chExt cx="316650" cy="316650"/>
          </a:xfrm>
        </p:grpSpPr>
        <p:sp>
          <p:nvSpPr>
            <p:cNvPr id="10122" name="Google Shape;10122;p88"/>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88"/>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8"/>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8"/>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8"/>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88"/>
          <p:cNvGrpSpPr/>
          <p:nvPr/>
        </p:nvGrpSpPr>
        <p:grpSpPr>
          <a:xfrm>
            <a:off x="3952502" y="2731001"/>
            <a:ext cx="368987" cy="369566"/>
            <a:chOff x="-59502375" y="1904375"/>
            <a:chExt cx="319000" cy="319500"/>
          </a:xfrm>
        </p:grpSpPr>
        <p:sp>
          <p:nvSpPr>
            <p:cNvPr id="10128" name="Google Shape;10128;p88"/>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8"/>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8"/>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1" name="Google Shape;10131;p88"/>
          <p:cNvGrpSpPr/>
          <p:nvPr/>
        </p:nvGrpSpPr>
        <p:grpSpPr>
          <a:xfrm>
            <a:off x="1298621" y="1315207"/>
            <a:ext cx="368987" cy="363666"/>
            <a:chOff x="-64774725" y="1916550"/>
            <a:chExt cx="319000" cy="314400"/>
          </a:xfrm>
        </p:grpSpPr>
        <p:sp>
          <p:nvSpPr>
            <p:cNvPr id="10132" name="Google Shape;10132;p88"/>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8"/>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4" name="Google Shape;10134;p88"/>
          <p:cNvGrpSpPr/>
          <p:nvPr/>
        </p:nvGrpSpPr>
        <p:grpSpPr>
          <a:xfrm>
            <a:off x="1299979" y="1792386"/>
            <a:ext cx="366269" cy="369913"/>
            <a:chOff x="-64764500" y="2280550"/>
            <a:chExt cx="316650" cy="319800"/>
          </a:xfrm>
        </p:grpSpPr>
        <p:sp>
          <p:nvSpPr>
            <p:cNvPr id="10135" name="Google Shape;10135;p88"/>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8"/>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7" name="Google Shape;10137;p88"/>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8" name="Google Shape;10138;p88"/>
          <p:cNvGrpSpPr/>
          <p:nvPr/>
        </p:nvGrpSpPr>
        <p:grpSpPr>
          <a:xfrm>
            <a:off x="3512023" y="1352163"/>
            <a:ext cx="365344" cy="289753"/>
            <a:chOff x="-62882850" y="1999375"/>
            <a:chExt cx="315850" cy="250500"/>
          </a:xfrm>
        </p:grpSpPr>
        <p:sp>
          <p:nvSpPr>
            <p:cNvPr id="10139" name="Google Shape;10139;p88"/>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8"/>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1" name="Google Shape;10141;p88"/>
          <p:cNvGrpSpPr/>
          <p:nvPr/>
        </p:nvGrpSpPr>
        <p:grpSpPr>
          <a:xfrm>
            <a:off x="3503362" y="1793745"/>
            <a:ext cx="382665" cy="367194"/>
            <a:chOff x="-62890750" y="2296300"/>
            <a:chExt cx="330825" cy="317450"/>
          </a:xfrm>
        </p:grpSpPr>
        <p:sp>
          <p:nvSpPr>
            <p:cNvPr id="10142" name="Google Shape;10142;p88"/>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8"/>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8"/>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5" name="Google Shape;10145;p88"/>
          <p:cNvGrpSpPr/>
          <p:nvPr/>
        </p:nvGrpSpPr>
        <p:grpSpPr>
          <a:xfrm>
            <a:off x="3512023" y="2259206"/>
            <a:ext cx="365344" cy="367165"/>
            <a:chOff x="-62882850" y="2664925"/>
            <a:chExt cx="315850" cy="317425"/>
          </a:xfrm>
        </p:grpSpPr>
        <p:sp>
          <p:nvSpPr>
            <p:cNvPr id="10146" name="Google Shape;10146;p88"/>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8"/>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8" name="Google Shape;10148;p88"/>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9" name="Google Shape;10149;p88"/>
          <p:cNvGrpSpPr/>
          <p:nvPr/>
        </p:nvGrpSpPr>
        <p:grpSpPr>
          <a:xfrm>
            <a:off x="2183172" y="3171846"/>
            <a:ext cx="366269" cy="359907"/>
            <a:chOff x="-60988625" y="2310475"/>
            <a:chExt cx="316650" cy="311150"/>
          </a:xfrm>
        </p:grpSpPr>
        <p:sp>
          <p:nvSpPr>
            <p:cNvPr id="10150" name="Google Shape;10150;p88"/>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8"/>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8"/>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8"/>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8"/>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8"/>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88"/>
          <p:cNvGrpSpPr/>
          <p:nvPr/>
        </p:nvGrpSpPr>
        <p:grpSpPr>
          <a:xfrm>
            <a:off x="2183634" y="3610009"/>
            <a:ext cx="365344" cy="368785"/>
            <a:chOff x="-60987050" y="2671400"/>
            <a:chExt cx="315850" cy="318825"/>
          </a:xfrm>
        </p:grpSpPr>
        <p:sp>
          <p:nvSpPr>
            <p:cNvPr id="10157" name="Google Shape;10157;p88"/>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8"/>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9" name="Google Shape;10159;p88"/>
          <p:cNvGrpSpPr/>
          <p:nvPr/>
        </p:nvGrpSpPr>
        <p:grpSpPr>
          <a:xfrm>
            <a:off x="3952500" y="3172771"/>
            <a:ext cx="368987" cy="358056"/>
            <a:chOff x="-59481900" y="2290800"/>
            <a:chExt cx="319000" cy="309550"/>
          </a:xfrm>
        </p:grpSpPr>
        <p:sp>
          <p:nvSpPr>
            <p:cNvPr id="10160" name="Google Shape;10160;p88"/>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8"/>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8"/>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8"/>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8"/>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8"/>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6" name="Google Shape;10166;p88"/>
          <p:cNvGrpSpPr/>
          <p:nvPr/>
        </p:nvGrpSpPr>
        <p:grpSpPr>
          <a:xfrm>
            <a:off x="1741805" y="1313544"/>
            <a:ext cx="368987" cy="366992"/>
            <a:chOff x="-64401400" y="1914475"/>
            <a:chExt cx="319000" cy="317275"/>
          </a:xfrm>
        </p:grpSpPr>
        <p:sp>
          <p:nvSpPr>
            <p:cNvPr id="10167" name="Google Shape;10167;p88"/>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8"/>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8"/>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0" name="Google Shape;10170;p88"/>
          <p:cNvGrpSpPr/>
          <p:nvPr/>
        </p:nvGrpSpPr>
        <p:grpSpPr>
          <a:xfrm>
            <a:off x="1806493" y="1794583"/>
            <a:ext cx="239610" cy="365517"/>
            <a:chOff x="-64343900" y="2282125"/>
            <a:chExt cx="207150" cy="316000"/>
          </a:xfrm>
        </p:grpSpPr>
        <p:sp>
          <p:nvSpPr>
            <p:cNvPr id="10171" name="Google Shape;10171;p88"/>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8"/>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3" name="Google Shape;10173;p88"/>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4" name="Google Shape;10174;p88"/>
          <p:cNvGrpSpPr/>
          <p:nvPr/>
        </p:nvGrpSpPr>
        <p:grpSpPr>
          <a:xfrm>
            <a:off x="3986941" y="1313804"/>
            <a:ext cx="318873" cy="366471"/>
            <a:chOff x="-62496925" y="1931475"/>
            <a:chExt cx="275675" cy="316825"/>
          </a:xfrm>
        </p:grpSpPr>
        <p:sp>
          <p:nvSpPr>
            <p:cNvPr id="10175" name="Google Shape;10175;p88"/>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8"/>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88"/>
          <p:cNvGrpSpPr/>
          <p:nvPr/>
        </p:nvGrpSpPr>
        <p:grpSpPr>
          <a:xfrm>
            <a:off x="3963691" y="1793629"/>
            <a:ext cx="365373" cy="367426"/>
            <a:chOff x="-62516625" y="2297875"/>
            <a:chExt cx="315875" cy="317650"/>
          </a:xfrm>
        </p:grpSpPr>
        <p:sp>
          <p:nvSpPr>
            <p:cNvPr id="10178" name="Google Shape;10178;p88"/>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8"/>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88"/>
          <p:cNvGrpSpPr/>
          <p:nvPr/>
        </p:nvGrpSpPr>
        <p:grpSpPr>
          <a:xfrm>
            <a:off x="3962332" y="2275588"/>
            <a:ext cx="368091" cy="334402"/>
            <a:chOff x="-62518200" y="2692475"/>
            <a:chExt cx="318225" cy="289100"/>
          </a:xfrm>
        </p:grpSpPr>
        <p:sp>
          <p:nvSpPr>
            <p:cNvPr id="10181" name="Google Shape;10181;p88"/>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8"/>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3" name="Google Shape;10183;p88"/>
          <p:cNvGrpSpPr/>
          <p:nvPr/>
        </p:nvGrpSpPr>
        <p:grpSpPr>
          <a:xfrm>
            <a:off x="2648986" y="2733112"/>
            <a:ext cx="309793" cy="365344"/>
            <a:chOff x="-60597975" y="1939525"/>
            <a:chExt cx="267825" cy="315850"/>
          </a:xfrm>
        </p:grpSpPr>
        <p:sp>
          <p:nvSpPr>
            <p:cNvPr id="10184" name="Google Shape;10184;p88"/>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8"/>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6" name="Google Shape;10186;p88"/>
          <p:cNvGrpSpPr/>
          <p:nvPr/>
        </p:nvGrpSpPr>
        <p:grpSpPr>
          <a:xfrm>
            <a:off x="2619389" y="3167537"/>
            <a:ext cx="368987" cy="368525"/>
            <a:chOff x="-60620800" y="2304600"/>
            <a:chExt cx="319000" cy="318600"/>
          </a:xfrm>
        </p:grpSpPr>
        <p:sp>
          <p:nvSpPr>
            <p:cNvPr id="10187" name="Google Shape;10187;p88"/>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8"/>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8"/>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0" name="Google Shape;10190;p88"/>
          <p:cNvGrpSpPr/>
          <p:nvPr/>
        </p:nvGrpSpPr>
        <p:grpSpPr>
          <a:xfrm>
            <a:off x="2620748" y="3663188"/>
            <a:ext cx="366269" cy="262426"/>
            <a:chOff x="-60621600" y="2716100"/>
            <a:chExt cx="316650" cy="226875"/>
          </a:xfrm>
        </p:grpSpPr>
        <p:sp>
          <p:nvSpPr>
            <p:cNvPr id="10191" name="Google Shape;10191;p88"/>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8"/>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3" name="Google Shape;10193;p88"/>
          <p:cNvGrpSpPr/>
          <p:nvPr/>
        </p:nvGrpSpPr>
        <p:grpSpPr>
          <a:xfrm>
            <a:off x="3957965" y="3611281"/>
            <a:ext cx="358056" cy="366240"/>
            <a:chOff x="-59475600" y="2658625"/>
            <a:chExt cx="309550" cy="316625"/>
          </a:xfrm>
        </p:grpSpPr>
        <p:sp>
          <p:nvSpPr>
            <p:cNvPr id="10194" name="Google Shape;10194;p88"/>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88"/>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88"/>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8"/>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8"/>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8"/>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8"/>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01" name="Google Shape;10201;p88"/>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8"/>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3" name="Google Shape;10203;p88"/>
          <p:cNvGrpSpPr/>
          <p:nvPr/>
        </p:nvGrpSpPr>
        <p:grpSpPr>
          <a:xfrm>
            <a:off x="2233086" y="2259206"/>
            <a:ext cx="263294" cy="367165"/>
            <a:chOff x="-63987100" y="2646800"/>
            <a:chExt cx="227625" cy="317425"/>
          </a:xfrm>
        </p:grpSpPr>
        <p:sp>
          <p:nvSpPr>
            <p:cNvPr id="10204" name="Google Shape;10204;p88"/>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8"/>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6" name="Google Shape;10206;p88"/>
          <p:cNvGrpSpPr/>
          <p:nvPr/>
        </p:nvGrpSpPr>
        <p:grpSpPr>
          <a:xfrm>
            <a:off x="852428" y="2730827"/>
            <a:ext cx="358056" cy="369913"/>
            <a:chOff x="-62148000" y="1930075"/>
            <a:chExt cx="309550" cy="319800"/>
          </a:xfrm>
        </p:grpSpPr>
        <p:sp>
          <p:nvSpPr>
            <p:cNvPr id="10207" name="Google Shape;10207;p88"/>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8"/>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9" name="Google Shape;10209;p88"/>
          <p:cNvGrpSpPr/>
          <p:nvPr/>
        </p:nvGrpSpPr>
        <p:grpSpPr>
          <a:xfrm>
            <a:off x="849695" y="3169113"/>
            <a:ext cx="363522" cy="365373"/>
            <a:chOff x="-62150375" y="2297875"/>
            <a:chExt cx="314275" cy="315875"/>
          </a:xfrm>
        </p:grpSpPr>
        <p:sp>
          <p:nvSpPr>
            <p:cNvPr id="10210" name="Google Shape;10210;p88"/>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8"/>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8"/>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8"/>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8"/>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5" name="Google Shape;10215;p88"/>
          <p:cNvGrpSpPr/>
          <p:nvPr/>
        </p:nvGrpSpPr>
        <p:grpSpPr>
          <a:xfrm>
            <a:off x="848322" y="3610356"/>
            <a:ext cx="366269" cy="368091"/>
            <a:chOff x="-62150375" y="2664925"/>
            <a:chExt cx="316650" cy="318225"/>
          </a:xfrm>
        </p:grpSpPr>
        <p:sp>
          <p:nvSpPr>
            <p:cNvPr id="10216" name="Google Shape;10216;p88"/>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8"/>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8"/>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8"/>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0" name="Google Shape;10220;p88"/>
          <p:cNvGrpSpPr/>
          <p:nvPr/>
        </p:nvGrpSpPr>
        <p:grpSpPr>
          <a:xfrm>
            <a:off x="3065911" y="2731333"/>
            <a:ext cx="367165" cy="368901"/>
            <a:chOff x="-60254550" y="1938025"/>
            <a:chExt cx="317425" cy="318925"/>
          </a:xfrm>
        </p:grpSpPr>
        <p:sp>
          <p:nvSpPr>
            <p:cNvPr id="10221" name="Google Shape;10221;p88"/>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8"/>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8"/>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8"/>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5" name="Google Shape;10225;p88"/>
          <p:cNvGrpSpPr/>
          <p:nvPr/>
        </p:nvGrpSpPr>
        <p:grpSpPr>
          <a:xfrm>
            <a:off x="3094149" y="3609907"/>
            <a:ext cx="310690" cy="368987"/>
            <a:chOff x="-60232500" y="2671225"/>
            <a:chExt cx="268600" cy="319000"/>
          </a:xfrm>
        </p:grpSpPr>
        <p:sp>
          <p:nvSpPr>
            <p:cNvPr id="10226" name="Google Shape;10226;p88"/>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8"/>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88"/>
          <p:cNvGrpSpPr/>
          <p:nvPr/>
        </p:nvGrpSpPr>
        <p:grpSpPr>
          <a:xfrm>
            <a:off x="2179643" y="4058541"/>
            <a:ext cx="365373" cy="368987"/>
            <a:chOff x="-59100700" y="1911950"/>
            <a:chExt cx="315875" cy="319000"/>
          </a:xfrm>
        </p:grpSpPr>
        <p:sp>
          <p:nvSpPr>
            <p:cNvPr id="10229" name="Google Shape;10229;p88"/>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8"/>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8"/>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8"/>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88"/>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8"/>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8"/>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8"/>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8"/>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8"/>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9" name="Google Shape;10239;p88"/>
          <p:cNvGrpSpPr/>
          <p:nvPr/>
        </p:nvGrpSpPr>
        <p:grpSpPr>
          <a:xfrm>
            <a:off x="2621810" y="1314021"/>
            <a:ext cx="379918" cy="366038"/>
            <a:chOff x="-63665750" y="1914325"/>
            <a:chExt cx="328450" cy="316450"/>
          </a:xfrm>
        </p:grpSpPr>
        <p:sp>
          <p:nvSpPr>
            <p:cNvPr id="10240" name="Google Shape;10240;p88"/>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8"/>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88"/>
          <p:cNvGrpSpPr/>
          <p:nvPr/>
        </p:nvGrpSpPr>
        <p:grpSpPr>
          <a:xfrm>
            <a:off x="2626814" y="1793065"/>
            <a:ext cx="369913" cy="368554"/>
            <a:chOff x="-63666550" y="2278975"/>
            <a:chExt cx="319800" cy="318625"/>
          </a:xfrm>
        </p:grpSpPr>
        <p:sp>
          <p:nvSpPr>
            <p:cNvPr id="10243" name="Google Shape;10243;p88"/>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8"/>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88"/>
          <p:cNvGrpSpPr/>
          <p:nvPr/>
        </p:nvGrpSpPr>
        <p:grpSpPr>
          <a:xfrm>
            <a:off x="2624081" y="2259090"/>
            <a:ext cx="375378" cy="367397"/>
            <a:chOff x="-63669700" y="2646600"/>
            <a:chExt cx="324525" cy="317625"/>
          </a:xfrm>
        </p:grpSpPr>
        <p:sp>
          <p:nvSpPr>
            <p:cNvPr id="10246" name="Google Shape;10246;p88"/>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88"/>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88"/>
          <p:cNvGrpSpPr/>
          <p:nvPr/>
        </p:nvGrpSpPr>
        <p:grpSpPr>
          <a:xfrm>
            <a:off x="1286361" y="2732418"/>
            <a:ext cx="366269" cy="366732"/>
            <a:chOff x="-61784125" y="1931250"/>
            <a:chExt cx="316650" cy="317050"/>
          </a:xfrm>
        </p:grpSpPr>
        <p:sp>
          <p:nvSpPr>
            <p:cNvPr id="10249" name="Google Shape;10249;p88"/>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8"/>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8"/>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8"/>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3" name="Google Shape;10253;p88"/>
          <p:cNvGrpSpPr/>
          <p:nvPr/>
        </p:nvGrpSpPr>
        <p:grpSpPr>
          <a:xfrm>
            <a:off x="1286360" y="3168665"/>
            <a:ext cx="366269" cy="366269"/>
            <a:chOff x="-61783350" y="2297100"/>
            <a:chExt cx="316650" cy="316650"/>
          </a:xfrm>
        </p:grpSpPr>
        <p:sp>
          <p:nvSpPr>
            <p:cNvPr id="10254" name="Google Shape;10254;p88"/>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8"/>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6" name="Google Shape;10256;p88"/>
          <p:cNvGrpSpPr/>
          <p:nvPr/>
        </p:nvGrpSpPr>
        <p:grpSpPr>
          <a:xfrm>
            <a:off x="1286360" y="3609748"/>
            <a:ext cx="366269" cy="369305"/>
            <a:chOff x="-61782550" y="2664925"/>
            <a:chExt cx="316650" cy="319275"/>
          </a:xfrm>
        </p:grpSpPr>
        <p:sp>
          <p:nvSpPr>
            <p:cNvPr id="10257" name="Google Shape;10257;p88"/>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8"/>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8"/>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88"/>
          <p:cNvGrpSpPr/>
          <p:nvPr/>
        </p:nvGrpSpPr>
        <p:grpSpPr>
          <a:xfrm>
            <a:off x="3508137" y="2741136"/>
            <a:ext cx="367165" cy="349294"/>
            <a:chOff x="-59889100" y="1945025"/>
            <a:chExt cx="317425" cy="301975"/>
          </a:xfrm>
        </p:grpSpPr>
        <p:sp>
          <p:nvSpPr>
            <p:cNvPr id="10261" name="Google Shape;10261;p88"/>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8"/>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8"/>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8"/>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5" name="Google Shape;10265;p88"/>
          <p:cNvGrpSpPr/>
          <p:nvPr/>
        </p:nvGrpSpPr>
        <p:grpSpPr>
          <a:xfrm>
            <a:off x="3040249" y="3168589"/>
            <a:ext cx="366648" cy="366420"/>
            <a:chOff x="6479471" y="2079003"/>
            <a:chExt cx="348923" cy="348706"/>
          </a:xfrm>
        </p:grpSpPr>
        <p:sp>
          <p:nvSpPr>
            <p:cNvPr id="10266" name="Google Shape;10266;p88"/>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7" name="Google Shape;10267;p88"/>
            <p:cNvGrpSpPr/>
            <p:nvPr/>
          </p:nvGrpSpPr>
          <p:grpSpPr>
            <a:xfrm>
              <a:off x="6520582" y="2079003"/>
              <a:ext cx="307811" cy="348706"/>
              <a:chOff x="-60218325" y="2304850"/>
              <a:chExt cx="279625" cy="316775"/>
            </a:xfrm>
          </p:grpSpPr>
          <p:sp>
            <p:nvSpPr>
              <p:cNvPr id="10268" name="Google Shape;10268;p88"/>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8"/>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8"/>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8"/>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8"/>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8"/>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8"/>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275" name="Google Shape;10275;p88"/>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6" name="Google Shape;10276;p88"/>
          <p:cNvGrpSpPr/>
          <p:nvPr/>
        </p:nvGrpSpPr>
        <p:grpSpPr>
          <a:xfrm>
            <a:off x="3507226" y="3611671"/>
            <a:ext cx="368987" cy="365459"/>
            <a:chOff x="-59889100" y="2671925"/>
            <a:chExt cx="319000" cy="315950"/>
          </a:xfrm>
        </p:grpSpPr>
        <p:sp>
          <p:nvSpPr>
            <p:cNvPr id="10277" name="Google Shape;10277;p88"/>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8"/>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8"/>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8"/>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88"/>
          <p:cNvGrpSpPr/>
          <p:nvPr/>
        </p:nvGrpSpPr>
        <p:grpSpPr>
          <a:xfrm>
            <a:off x="2620204" y="4054176"/>
            <a:ext cx="367165" cy="366269"/>
            <a:chOff x="-59092025" y="2296300"/>
            <a:chExt cx="317425" cy="316650"/>
          </a:xfrm>
        </p:grpSpPr>
        <p:sp>
          <p:nvSpPr>
            <p:cNvPr id="10282" name="Google Shape;10282;p88"/>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8"/>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4" name="Google Shape;10284;p88"/>
          <p:cNvGrpSpPr/>
          <p:nvPr/>
        </p:nvGrpSpPr>
        <p:grpSpPr>
          <a:xfrm>
            <a:off x="4865611" y="1305095"/>
            <a:ext cx="353174" cy="347599"/>
            <a:chOff x="683125" y="1955275"/>
            <a:chExt cx="299325" cy="294600"/>
          </a:xfrm>
        </p:grpSpPr>
        <p:sp>
          <p:nvSpPr>
            <p:cNvPr id="10285" name="Google Shape;10285;p88"/>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8"/>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8"/>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8"/>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88"/>
          <p:cNvGrpSpPr/>
          <p:nvPr/>
        </p:nvGrpSpPr>
        <p:grpSpPr>
          <a:xfrm>
            <a:off x="4866541" y="1755653"/>
            <a:ext cx="351315" cy="349486"/>
            <a:chOff x="685475" y="2318350"/>
            <a:chExt cx="297750" cy="296200"/>
          </a:xfrm>
        </p:grpSpPr>
        <p:sp>
          <p:nvSpPr>
            <p:cNvPr id="10290" name="Google Shape;10290;p88"/>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8"/>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8"/>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3" name="Google Shape;10293;p88"/>
          <p:cNvGrpSpPr/>
          <p:nvPr/>
        </p:nvGrpSpPr>
        <p:grpSpPr>
          <a:xfrm>
            <a:off x="7094699" y="1304859"/>
            <a:ext cx="309517" cy="348071"/>
            <a:chOff x="2523000" y="1954875"/>
            <a:chExt cx="262325" cy="295000"/>
          </a:xfrm>
        </p:grpSpPr>
        <p:sp>
          <p:nvSpPr>
            <p:cNvPr id="10294" name="Google Shape;10294;p88"/>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8"/>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88"/>
          <p:cNvGrpSpPr/>
          <p:nvPr/>
        </p:nvGrpSpPr>
        <p:grpSpPr>
          <a:xfrm>
            <a:off x="7073800" y="1756125"/>
            <a:ext cx="351315" cy="348542"/>
            <a:chOff x="2508825" y="2318350"/>
            <a:chExt cx="297750" cy="295400"/>
          </a:xfrm>
        </p:grpSpPr>
        <p:sp>
          <p:nvSpPr>
            <p:cNvPr id="10297" name="Google Shape;10297;p88"/>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8"/>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9" name="Google Shape;10299;p88"/>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0" name="Google Shape;10300;p88"/>
          <p:cNvGrpSpPr/>
          <p:nvPr/>
        </p:nvGrpSpPr>
        <p:grpSpPr>
          <a:xfrm>
            <a:off x="5747373" y="2670178"/>
            <a:ext cx="347599" cy="348513"/>
            <a:chOff x="4321150" y="1946600"/>
            <a:chExt cx="294600" cy="295375"/>
          </a:xfrm>
        </p:grpSpPr>
        <p:sp>
          <p:nvSpPr>
            <p:cNvPr id="10301" name="Google Shape;10301;p88"/>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8"/>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8"/>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4" name="Google Shape;10304;p88"/>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8"/>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8"/>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8"/>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8" name="Google Shape;10308;p88"/>
          <p:cNvGrpSpPr/>
          <p:nvPr/>
        </p:nvGrpSpPr>
        <p:grpSpPr>
          <a:xfrm>
            <a:off x="5309921" y="1756125"/>
            <a:ext cx="352230" cy="348542"/>
            <a:chOff x="1049375" y="2318350"/>
            <a:chExt cx="298525" cy="295400"/>
          </a:xfrm>
        </p:grpSpPr>
        <p:sp>
          <p:nvSpPr>
            <p:cNvPr id="10309" name="Google Shape;10309;p88"/>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8"/>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8"/>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8"/>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3" name="Google Shape;10313;p88"/>
          <p:cNvGrpSpPr/>
          <p:nvPr/>
        </p:nvGrpSpPr>
        <p:grpSpPr>
          <a:xfrm>
            <a:off x="5310393" y="2196576"/>
            <a:ext cx="351286" cy="351286"/>
            <a:chOff x="1049375" y="2680675"/>
            <a:chExt cx="297725" cy="297725"/>
          </a:xfrm>
        </p:grpSpPr>
        <p:sp>
          <p:nvSpPr>
            <p:cNvPr id="10314" name="Google Shape;10314;p88"/>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8"/>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88"/>
          <p:cNvGrpSpPr/>
          <p:nvPr/>
        </p:nvGrpSpPr>
        <p:grpSpPr>
          <a:xfrm>
            <a:off x="7523845" y="1304623"/>
            <a:ext cx="348513" cy="348542"/>
            <a:chOff x="2872725" y="1954475"/>
            <a:chExt cx="295375" cy="295400"/>
          </a:xfrm>
        </p:grpSpPr>
        <p:sp>
          <p:nvSpPr>
            <p:cNvPr id="10317" name="Google Shape;10317;p88"/>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8"/>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8"/>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0" name="Google Shape;10320;p88"/>
          <p:cNvGrpSpPr/>
          <p:nvPr/>
        </p:nvGrpSpPr>
        <p:grpSpPr>
          <a:xfrm>
            <a:off x="7545216" y="1755196"/>
            <a:ext cx="305771" cy="350401"/>
            <a:chOff x="2890050" y="2318350"/>
            <a:chExt cx="259150" cy="296975"/>
          </a:xfrm>
        </p:grpSpPr>
        <p:sp>
          <p:nvSpPr>
            <p:cNvPr id="10321" name="Google Shape;10321;p88"/>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8"/>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3" name="Google Shape;10323;p88"/>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4" name="Google Shape;10324;p88"/>
          <p:cNvGrpSpPr/>
          <p:nvPr/>
        </p:nvGrpSpPr>
        <p:grpSpPr>
          <a:xfrm>
            <a:off x="6187732" y="2670650"/>
            <a:ext cx="347569" cy="347569"/>
            <a:chOff x="4685050" y="1945825"/>
            <a:chExt cx="294575" cy="294575"/>
          </a:xfrm>
        </p:grpSpPr>
        <p:sp>
          <p:nvSpPr>
            <p:cNvPr id="10325" name="Google Shape;10325;p88"/>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8"/>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8"/>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8"/>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8"/>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0" name="Google Shape;10330;p88"/>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8"/>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2" name="Google Shape;10332;p88"/>
          <p:cNvGrpSpPr/>
          <p:nvPr/>
        </p:nvGrpSpPr>
        <p:grpSpPr>
          <a:xfrm>
            <a:off x="7958004" y="3159625"/>
            <a:ext cx="348513" cy="347599"/>
            <a:chOff x="6131900" y="2301825"/>
            <a:chExt cx="295375" cy="294600"/>
          </a:xfrm>
        </p:grpSpPr>
        <p:sp>
          <p:nvSpPr>
            <p:cNvPr id="10333" name="Google Shape;10333;p88"/>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8"/>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8"/>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88"/>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88"/>
          <p:cNvGrpSpPr/>
          <p:nvPr/>
        </p:nvGrpSpPr>
        <p:grpSpPr>
          <a:xfrm>
            <a:off x="5753997" y="1304166"/>
            <a:ext cx="351315" cy="349457"/>
            <a:chOff x="1412450" y="1954475"/>
            <a:chExt cx="297750" cy="296175"/>
          </a:xfrm>
        </p:grpSpPr>
        <p:sp>
          <p:nvSpPr>
            <p:cNvPr id="10338" name="Google Shape;10338;p88"/>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8"/>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0" name="Google Shape;10340;p88"/>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1" name="Google Shape;10341;p88"/>
          <p:cNvGrpSpPr/>
          <p:nvPr/>
        </p:nvGrpSpPr>
        <p:grpSpPr>
          <a:xfrm>
            <a:off x="5753997" y="2196694"/>
            <a:ext cx="351315" cy="351050"/>
            <a:chOff x="1413250" y="2680675"/>
            <a:chExt cx="297750" cy="297525"/>
          </a:xfrm>
        </p:grpSpPr>
        <p:sp>
          <p:nvSpPr>
            <p:cNvPr id="10342" name="Google Shape;10342;p88"/>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8"/>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8"/>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8"/>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6" name="Google Shape;10346;p88"/>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8"/>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8"/>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9" name="Google Shape;10349;p88"/>
          <p:cNvGrpSpPr/>
          <p:nvPr/>
        </p:nvGrpSpPr>
        <p:grpSpPr>
          <a:xfrm>
            <a:off x="6630407" y="2670311"/>
            <a:ext cx="350371" cy="348247"/>
            <a:chOff x="5045775" y="1946400"/>
            <a:chExt cx="296950" cy="295150"/>
          </a:xfrm>
        </p:grpSpPr>
        <p:sp>
          <p:nvSpPr>
            <p:cNvPr id="10350" name="Google Shape;10350;p88"/>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8"/>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88"/>
          <p:cNvGrpSpPr/>
          <p:nvPr/>
        </p:nvGrpSpPr>
        <p:grpSpPr>
          <a:xfrm>
            <a:off x="6629006" y="3179138"/>
            <a:ext cx="353174" cy="308573"/>
            <a:chOff x="5046550" y="2327025"/>
            <a:chExt cx="299325" cy="261525"/>
          </a:xfrm>
        </p:grpSpPr>
        <p:sp>
          <p:nvSpPr>
            <p:cNvPr id="10353" name="Google Shape;10353;p88"/>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8"/>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8"/>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6" name="Google Shape;10356;p88"/>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7" name="Google Shape;10357;p88"/>
          <p:cNvGrpSpPr/>
          <p:nvPr/>
        </p:nvGrpSpPr>
        <p:grpSpPr>
          <a:xfrm>
            <a:off x="7956604" y="3608476"/>
            <a:ext cx="351315" cy="348513"/>
            <a:chOff x="6167350" y="2672800"/>
            <a:chExt cx="297750" cy="295375"/>
          </a:xfrm>
        </p:grpSpPr>
        <p:sp>
          <p:nvSpPr>
            <p:cNvPr id="10358" name="Google Shape;10358;p88"/>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88"/>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8"/>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8"/>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8"/>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3" name="Google Shape;10363;p88"/>
          <p:cNvGrpSpPr/>
          <p:nvPr/>
        </p:nvGrpSpPr>
        <p:grpSpPr>
          <a:xfrm>
            <a:off x="6197601" y="1303709"/>
            <a:ext cx="347599" cy="350371"/>
            <a:chOff x="1777925" y="1953700"/>
            <a:chExt cx="294600" cy="296950"/>
          </a:xfrm>
        </p:grpSpPr>
        <p:sp>
          <p:nvSpPr>
            <p:cNvPr id="10364" name="Google Shape;10364;p88"/>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8"/>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8"/>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8"/>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88"/>
          <p:cNvGrpSpPr/>
          <p:nvPr/>
        </p:nvGrpSpPr>
        <p:grpSpPr>
          <a:xfrm>
            <a:off x="6213411" y="1756597"/>
            <a:ext cx="315977" cy="347599"/>
            <a:chOff x="1790525" y="2319150"/>
            <a:chExt cx="267800" cy="294600"/>
          </a:xfrm>
        </p:grpSpPr>
        <p:sp>
          <p:nvSpPr>
            <p:cNvPr id="10369" name="Google Shape;10369;p88"/>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8"/>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1" name="Google Shape;10371;p88"/>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2" name="Google Shape;10372;p88"/>
          <p:cNvGrpSpPr/>
          <p:nvPr/>
        </p:nvGrpSpPr>
        <p:grpSpPr>
          <a:xfrm>
            <a:off x="4866386" y="2670163"/>
            <a:ext cx="349457" cy="348542"/>
            <a:chOff x="3599700" y="1954475"/>
            <a:chExt cx="296175" cy="295400"/>
          </a:xfrm>
        </p:grpSpPr>
        <p:sp>
          <p:nvSpPr>
            <p:cNvPr id="10373" name="Google Shape;10373;p88"/>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8"/>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8"/>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6" name="Google Shape;10376;p88"/>
          <p:cNvGrpSpPr/>
          <p:nvPr/>
        </p:nvGrpSpPr>
        <p:grpSpPr>
          <a:xfrm>
            <a:off x="4867316" y="3159626"/>
            <a:ext cx="347599" cy="347599"/>
            <a:chOff x="3601275" y="2319150"/>
            <a:chExt cx="294600" cy="294600"/>
          </a:xfrm>
        </p:grpSpPr>
        <p:sp>
          <p:nvSpPr>
            <p:cNvPr id="10377" name="Google Shape;10377;p88"/>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8"/>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9" name="Google Shape;10379;p88"/>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0" name="Google Shape;10380;p88"/>
          <p:cNvGrpSpPr/>
          <p:nvPr/>
        </p:nvGrpSpPr>
        <p:grpSpPr>
          <a:xfrm>
            <a:off x="7087019" y="2669721"/>
            <a:ext cx="328071" cy="349427"/>
            <a:chOff x="5421475" y="1945825"/>
            <a:chExt cx="278050" cy="296150"/>
          </a:xfrm>
        </p:grpSpPr>
        <p:sp>
          <p:nvSpPr>
            <p:cNvPr id="10381" name="Google Shape;10381;p88"/>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8"/>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8"/>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8"/>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8"/>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8"/>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8"/>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8"/>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9" name="Google Shape;10389;p88"/>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0" name="Google Shape;10390;p88"/>
          <p:cNvGrpSpPr/>
          <p:nvPr/>
        </p:nvGrpSpPr>
        <p:grpSpPr>
          <a:xfrm>
            <a:off x="7075869" y="3670273"/>
            <a:ext cx="350371" cy="224918"/>
            <a:chOff x="5411225" y="2726350"/>
            <a:chExt cx="296950" cy="190625"/>
          </a:xfrm>
        </p:grpSpPr>
        <p:sp>
          <p:nvSpPr>
            <p:cNvPr id="10391" name="Google Shape;10391;p88"/>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8"/>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3" name="Google Shape;10393;p88"/>
          <p:cNvGrpSpPr/>
          <p:nvPr/>
        </p:nvGrpSpPr>
        <p:grpSpPr>
          <a:xfrm>
            <a:off x="6185904" y="4059546"/>
            <a:ext cx="351286" cy="326390"/>
            <a:chOff x="6524150" y="1938725"/>
            <a:chExt cx="297725" cy="276625"/>
          </a:xfrm>
        </p:grpSpPr>
        <p:sp>
          <p:nvSpPr>
            <p:cNvPr id="10394" name="Google Shape;10394;p88"/>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8"/>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8"/>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8"/>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88"/>
          <p:cNvGrpSpPr/>
          <p:nvPr/>
        </p:nvGrpSpPr>
        <p:grpSpPr>
          <a:xfrm>
            <a:off x="6631047" y="1756007"/>
            <a:ext cx="363380" cy="348778"/>
            <a:chOff x="2140225" y="2318650"/>
            <a:chExt cx="307975" cy="295600"/>
          </a:xfrm>
        </p:grpSpPr>
        <p:sp>
          <p:nvSpPr>
            <p:cNvPr id="10399" name="Google Shape;10399;p88"/>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8"/>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88"/>
          <p:cNvGrpSpPr/>
          <p:nvPr/>
        </p:nvGrpSpPr>
        <p:grpSpPr>
          <a:xfrm>
            <a:off x="6636607" y="2197505"/>
            <a:ext cx="352259" cy="349427"/>
            <a:chOff x="2139425" y="2682250"/>
            <a:chExt cx="298550" cy="296150"/>
          </a:xfrm>
        </p:grpSpPr>
        <p:sp>
          <p:nvSpPr>
            <p:cNvPr id="10402" name="Google Shape;10402;p88"/>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8"/>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8"/>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8"/>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6" name="Google Shape;10406;p88"/>
          <p:cNvGrpSpPr/>
          <p:nvPr/>
        </p:nvGrpSpPr>
        <p:grpSpPr>
          <a:xfrm>
            <a:off x="5301219" y="2711991"/>
            <a:ext cx="350401" cy="264888"/>
            <a:chOff x="3962775" y="1990700"/>
            <a:chExt cx="296975" cy="224500"/>
          </a:xfrm>
        </p:grpSpPr>
        <p:sp>
          <p:nvSpPr>
            <p:cNvPr id="10407" name="Google Shape;10407;p88"/>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8"/>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8"/>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8"/>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1" name="Google Shape;10411;p88"/>
          <p:cNvGrpSpPr/>
          <p:nvPr/>
        </p:nvGrpSpPr>
        <p:grpSpPr>
          <a:xfrm>
            <a:off x="5301691" y="3158697"/>
            <a:ext cx="349457" cy="349457"/>
            <a:chOff x="3963575" y="2317575"/>
            <a:chExt cx="296175" cy="296175"/>
          </a:xfrm>
        </p:grpSpPr>
        <p:sp>
          <p:nvSpPr>
            <p:cNvPr id="10412" name="Google Shape;10412;p88"/>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8"/>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8"/>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8"/>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8"/>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8"/>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8"/>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8"/>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8"/>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8"/>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8"/>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8"/>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8"/>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8"/>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8"/>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8"/>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88"/>
          <p:cNvGrpSpPr/>
          <p:nvPr/>
        </p:nvGrpSpPr>
        <p:grpSpPr>
          <a:xfrm>
            <a:off x="5301691" y="3608476"/>
            <a:ext cx="349457" cy="348513"/>
            <a:chOff x="3962775" y="2683025"/>
            <a:chExt cx="296175" cy="295375"/>
          </a:xfrm>
        </p:grpSpPr>
        <p:sp>
          <p:nvSpPr>
            <p:cNvPr id="10429" name="Google Shape;10429;p88"/>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8"/>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8"/>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32" name="Google Shape;10432;p88"/>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3" name="Google Shape;10433;p88"/>
          <p:cNvGrpSpPr/>
          <p:nvPr/>
        </p:nvGrpSpPr>
        <p:grpSpPr>
          <a:xfrm>
            <a:off x="7516228" y="3159168"/>
            <a:ext cx="348513" cy="348513"/>
            <a:chOff x="5775900" y="2308125"/>
            <a:chExt cx="295375" cy="295375"/>
          </a:xfrm>
        </p:grpSpPr>
        <p:sp>
          <p:nvSpPr>
            <p:cNvPr id="10434" name="Google Shape;10434;p88"/>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8"/>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8"/>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8"/>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8"/>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9" name="Google Shape;10439;p88"/>
          <p:cNvGrpSpPr/>
          <p:nvPr/>
        </p:nvGrpSpPr>
        <p:grpSpPr>
          <a:xfrm>
            <a:off x="7537142" y="3608004"/>
            <a:ext cx="306686" cy="349457"/>
            <a:chOff x="5794025" y="2673575"/>
            <a:chExt cx="259925" cy="296175"/>
          </a:xfrm>
        </p:grpSpPr>
        <p:sp>
          <p:nvSpPr>
            <p:cNvPr id="10440" name="Google Shape;10440;p88"/>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8"/>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2" name="Google Shape;10442;p88"/>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8"/>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44" name="Google Shape;10444;p88"/>
          <p:cNvGrpSpPr/>
          <p:nvPr/>
        </p:nvGrpSpPr>
        <p:grpSpPr>
          <a:xfrm>
            <a:off x="6637536" y="1304166"/>
            <a:ext cx="350401" cy="349457"/>
            <a:chOff x="2141000" y="1954475"/>
            <a:chExt cx="296975" cy="296175"/>
          </a:xfrm>
        </p:grpSpPr>
        <p:sp>
          <p:nvSpPr>
            <p:cNvPr id="10445" name="Google Shape;10445;p88"/>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8"/>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8"/>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8"/>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452"/>
        <p:cNvGrpSpPr/>
        <p:nvPr/>
      </p:nvGrpSpPr>
      <p:grpSpPr>
        <a:xfrm>
          <a:off x="0" y="0"/>
          <a:ext cx="0" cy="0"/>
          <a:chOff x="0" y="0"/>
          <a:chExt cx="0" cy="0"/>
        </a:xfrm>
      </p:grpSpPr>
      <p:sp>
        <p:nvSpPr>
          <p:cNvPr id="10453" name="Google Shape;10453;p89"/>
          <p:cNvSpPr txBox="1">
            <a:spLocks noGrp="1"/>
          </p:cNvSpPr>
          <p:nvPr>
            <p:ph type="title" idx="4294967295"/>
          </p:nvPr>
        </p:nvSpPr>
        <p:spPr>
          <a:xfrm>
            <a:off x="849675"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54" name="Google Shape;10454;p89"/>
          <p:cNvSpPr txBox="1">
            <a:spLocks noGrp="1"/>
          </p:cNvSpPr>
          <p:nvPr>
            <p:ph type="title" idx="4294967295"/>
          </p:nvPr>
        </p:nvSpPr>
        <p:spPr>
          <a:xfrm>
            <a:off x="4858400"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455" name="Google Shape;10455;p89"/>
          <p:cNvGrpSpPr/>
          <p:nvPr/>
        </p:nvGrpSpPr>
        <p:grpSpPr>
          <a:xfrm>
            <a:off x="882957" y="1306638"/>
            <a:ext cx="292442" cy="355741"/>
            <a:chOff x="-35830350" y="1912725"/>
            <a:chExt cx="241050" cy="293225"/>
          </a:xfrm>
        </p:grpSpPr>
        <p:sp>
          <p:nvSpPr>
            <p:cNvPr id="10456" name="Google Shape;10456;p89"/>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9"/>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89"/>
          <p:cNvGrpSpPr/>
          <p:nvPr/>
        </p:nvGrpSpPr>
        <p:grpSpPr>
          <a:xfrm>
            <a:off x="851444" y="1766235"/>
            <a:ext cx="355468" cy="353587"/>
            <a:chOff x="-35854750" y="2272675"/>
            <a:chExt cx="293000" cy="291450"/>
          </a:xfrm>
        </p:grpSpPr>
        <p:sp>
          <p:nvSpPr>
            <p:cNvPr id="10459" name="Google Shape;10459;p89"/>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9"/>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9"/>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2" name="Google Shape;10462;p89"/>
          <p:cNvGrpSpPr/>
          <p:nvPr/>
        </p:nvGrpSpPr>
        <p:grpSpPr>
          <a:xfrm>
            <a:off x="850958" y="2220821"/>
            <a:ext cx="356438" cy="354558"/>
            <a:chOff x="-35853975" y="2631825"/>
            <a:chExt cx="293800" cy="292250"/>
          </a:xfrm>
        </p:grpSpPr>
        <p:sp>
          <p:nvSpPr>
            <p:cNvPr id="10463" name="Google Shape;10463;p89"/>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9"/>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9"/>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9"/>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89"/>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89"/>
          <p:cNvGrpSpPr/>
          <p:nvPr/>
        </p:nvGrpSpPr>
        <p:grpSpPr>
          <a:xfrm>
            <a:off x="3089562" y="1307714"/>
            <a:ext cx="353587" cy="353587"/>
            <a:chOff x="-34032200" y="1916675"/>
            <a:chExt cx="291450" cy="291450"/>
          </a:xfrm>
        </p:grpSpPr>
        <p:sp>
          <p:nvSpPr>
            <p:cNvPr id="10469" name="Google Shape;10469;p89"/>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89"/>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89"/>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9"/>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73" name="Google Shape;10473;p89"/>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74" name="Google Shape;10474;p89"/>
          <p:cNvGrpSpPr/>
          <p:nvPr/>
        </p:nvGrpSpPr>
        <p:grpSpPr>
          <a:xfrm>
            <a:off x="3089092" y="2220821"/>
            <a:ext cx="354527" cy="354558"/>
            <a:chOff x="-34032200" y="2634975"/>
            <a:chExt cx="292225" cy="292250"/>
          </a:xfrm>
        </p:grpSpPr>
        <p:sp>
          <p:nvSpPr>
            <p:cNvPr id="10475" name="Google Shape;10475;p89"/>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9"/>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9"/>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89"/>
          <p:cNvGrpSpPr/>
          <p:nvPr/>
        </p:nvGrpSpPr>
        <p:grpSpPr>
          <a:xfrm>
            <a:off x="1739487" y="2687069"/>
            <a:ext cx="358379" cy="354527"/>
            <a:chOff x="-32245875" y="1938725"/>
            <a:chExt cx="295400" cy="292225"/>
          </a:xfrm>
        </p:grpSpPr>
        <p:sp>
          <p:nvSpPr>
            <p:cNvPr id="10479" name="Google Shape;10479;p89"/>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89"/>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9"/>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2" name="Google Shape;10482;p89"/>
          <p:cNvGrpSpPr/>
          <p:nvPr/>
        </p:nvGrpSpPr>
        <p:grpSpPr>
          <a:xfrm>
            <a:off x="1736150" y="3156468"/>
            <a:ext cx="365052" cy="352162"/>
            <a:chOff x="-32243500" y="2299850"/>
            <a:chExt cx="300900" cy="290275"/>
          </a:xfrm>
        </p:grpSpPr>
        <p:sp>
          <p:nvSpPr>
            <p:cNvPr id="10483" name="Google Shape;10483;p89"/>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9"/>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5" name="Google Shape;10485;p89"/>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86" name="Google Shape;10486;p89"/>
          <p:cNvGrpSpPr/>
          <p:nvPr/>
        </p:nvGrpSpPr>
        <p:grpSpPr>
          <a:xfrm>
            <a:off x="1299432" y="1306759"/>
            <a:ext cx="354527" cy="355498"/>
            <a:chOff x="-35495600" y="1912725"/>
            <a:chExt cx="292225" cy="293025"/>
          </a:xfrm>
        </p:grpSpPr>
        <p:sp>
          <p:nvSpPr>
            <p:cNvPr id="10487" name="Google Shape;10487;p89"/>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9"/>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9"/>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90" name="Google Shape;10490;p89"/>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91" name="Google Shape;10491;p89"/>
          <p:cNvGrpSpPr/>
          <p:nvPr/>
        </p:nvGrpSpPr>
        <p:grpSpPr>
          <a:xfrm>
            <a:off x="1299432" y="2221307"/>
            <a:ext cx="354527" cy="353587"/>
            <a:chOff x="-35495600" y="2631825"/>
            <a:chExt cx="292225" cy="291450"/>
          </a:xfrm>
        </p:grpSpPr>
        <p:sp>
          <p:nvSpPr>
            <p:cNvPr id="10492" name="Google Shape;10492;p89"/>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89"/>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9"/>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9"/>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6" name="Google Shape;10496;p89"/>
          <p:cNvGrpSpPr/>
          <p:nvPr/>
        </p:nvGrpSpPr>
        <p:grpSpPr>
          <a:xfrm>
            <a:off x="3537081" y="1307714"/>
            <a:ext cx="353587" cy="353587"/>
            <a:chOff x="-33673825" y="1916675"/>
            <a:chExt cx="291450" cy="291450"/>
          </a:xfrm>
        </p:grpSpPr>
        <p:sp>
          <p:nvSpPr>
            <p:cNvPr id="10497" name="Google Shape;10497;p89"/>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9"/>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9"/>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9"/>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1" name="Google Shape;10501;p89"/>
          <p:cNvGrpSpPr/>
          <p:nvPr/>
        </p:nvGrpSpPr>
        <p:grpSpPr>
          <a:xfrm>
            <a:off x="3534700" y="1765295"/>
            <a:ext cx="358349" cy="355468"/>
            <a:chOff x="-33676975" y="2275050"/>
            <a:chExt cx="295375" cy="293000"/>
          </a:xfrm>
        </p:grpSpPr>
        <p:sp>
          <p:nvSpPr>
            <p:cNvPr id="10502" name="Google Shape;10502;p89"/>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9"/>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9"/>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5" name="Google Shape;10505;p89"/>
          <p:cNvGrpSpPr/>
          <p:nvPr/>
        </p:nvGrpSpPr>
        <p:grpSpPr>
          <a:xfrm>
            <a:off x="3537081" y="2220594"/>
            <a:ext cx="353587" cy="355013"/>
            <a:chOff x="-33673825" y="2634975"/>
            <a:chExt cx="291450" cy="292625"/>
          </a:xfrm>
        </p:grpSpPr>
        <p:sp>
          <p:nvSpPr>
            <p:cNvPr id="10506" name="Google Shape;10506;p89"/>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9"/>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8" name="Google Shape;10508;p89"/>
          <p:cNvGrpSpPr/>
          <p:nvPr/>
        </p:nvGrpSpPr>
        <p:grpSpPr>
          <a:xfrm>
            <a:off x="2205089" y="2687509"/>
            <a:ext cx="329687" cy="353648"/>
            <a:chOff x="-31874100" y="1939525"/>
            <a:chExt cx="271750" cy="291500"/>
          </a:xfrm>
        </p:grpSpPr>
        <p:sp>
          <p:nvSpPr>
            <p:cNvPr id="10509" name="Google Shape;10509;p89"/>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9"/>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1" name="Google Shape;10511;p89"/>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2" name="Google Shape;10512;p89"/>
          <p:cNvGrpSpPr/>
          <p:nvPr/>
        </p:nvGrpSpPr>
        <p:grpSpPr>
          <a:xfrm>
            <a:off x="2186451" y="3616531"/>
            <a:ext cx="366963" cy="352768"/>
            <a:chOff x="-31889075" y="2658950"/>
            <a:chExt cx="302475" cy="290775"/>
          </a:xfrm>
        </p:grpSpPr>
        <p:sp>
          <p:nvSpPr>
            <p:cNvPr id="10513" name="Google Shape;10513;p89"/>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9"/>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5" name="Google Shape;10515;p89"/>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6" name="Google Shape;10516;p89"/>
          <p:cNvGrpSpPr/>
          <p:nvPr/>
        </p:nvGrpSpPr>
        <p:grpSpPr>
          <a:xfrm>
            <a:off x="1747421" y="1306759"/>
            <a:ext cx="354527" cy="355498"/>
            <a:chOff x="-35136450" y="1912725"/>
            <a:chExt cx="292225" cy="293025"/>
          </a:xfrm>
        </p:grpSpPr>
        <p:sp>
          <p:nvSpPr>
            <p:cNvPr id="10517" name="Google Shape;10517;p89"/>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9"/>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9"/>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89"/>
          <p:cNvGrpSpPr/>
          <p:nvPr/>
        </p:nvGrpSpPr>
        <p:grpSpPr>
          <a:xfrm>
            <a:off x="1747891" y="1765978"/>
            <a:ext cx="353587" cy="354103"/>
            <a:chOff x="-35134875" y="2272675"/>
            <a:chExt cx="291450" cy="291875"/>
          </a:xfrm>
        </p:grpSpPr>
        <p:sp>
          <p:nvSpPr>
            <p:cNvPr id="10521" name="Google Shape;10521;p89"/>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9"/>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9"/>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9"/>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5" name="Google Shape;10525;p89"/>
          <p:cNvGrpSpPr/>
          <p:nvPr/>
        </p:nvGrpSpPr>
        <p:grpSpPr>
          <a:xfrm>
            <a:off x="1789458" y="2221307"/>
            <a:ext cx="270453" cy="353587"/>
            <a:chOff x="-35101800" y="2631050"/>
            <a:chExt cx="222925" cy="291450"/>
          </a:xfrm>
        </p:grpSpPr>
        <p:sp>
          <p:nvSpPr>
            <p:cNvPr id="10526" name="Google Shape;10526;p89"/>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9"/>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9"/>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9"/>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0" name="Google Shape;10530;p89"/>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31" name="Google Shape;10531;p89"/>
          <p:cNvGrpSpPr/>
          <p:nvPr/>
        </p:nvGrpSpPr>
        <p:grpSpPr>
          <a:xfrm>
            <a:off x="3977510" y="1765295"/>
            <a:ext cx="353587" cy="355468"/>
            <a:chOff x="-33314675" y="2275050"/>
            <a:chExt cx="291450" cy="293000"/>
          </a:xfrm>
        </p:grpSpPr>
        <p:sp>
          <p:nvSpPr>
            <p:cNvPr id="10532" name="Google Shape;10532;p89"/>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89"/>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9"/>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5" name="Google Shape;10535;p89"/>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36" name="Google Shape;10536;p89"/>
          <p:cNvGrpSpPr/>
          <p:nvPr/>
        </p:nvGrpSpPr>
        <p:grpSpPr>
          <a:xfrm>
            <a:off x="2639701" y="2687555"/>
            <a:ext cx="353587" cy="353557"/>
            <a:chOff x="-31523625" y="1939525"/>
            <a:chExt cx="291450" cy="291425"/>
          </a:xfrm>
        </p:grpSpPr>
        <p:sp>
          <p:nvSpPr>
            <p:cNvPr id="10537" name="Google Shape;10537;p89"/>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9"/>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9"/>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9"/>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9"/>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9"/>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89"/>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9"/>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9"/>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9"/>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9"/>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8" name="Google Shape;10548;p89"/>
          <p:cNvGrpSpPr/>
          <p:nvPr/>
        </p:nvGrpSpPr>
        <p:grpSpPr>
          <a:xfrm>
            <a:off x="2638746" y="3155755"/>
            <a:ext cx="355498" cy="353587"/>
            <a:chOff x="-31523625" y="2298675"/>
            <a:chExt cx="293025" cy="291450"/>
          </a:xfrm>
        </p:grpSpPr>
        <p:sp>
          <p:nvSpPr>
            <p:cNvPr id="10549" name="Google Shape;10549;p89"/>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9"/>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9"/>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2" name="Google Shape;10552;p89"/>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9"/>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4" name="Google Shape;10554;p89"/>
          <p:cNvGrpSpPr/>
          <p:nvPr/>
        </p:nvGrpSpPr>
        <p:grpSpPr>
          <a:xfrm>
            <a:off x="2205934" y="1307729"/>
            <a:ext cx="331598" cy="353557"/>
            <a:chOff x="-34767825" y="1914325"/>
            <a:chExt cx="273325" cy="291425"/>
          </a:xfrm>
        </p:grpSpPr>
        <p:sp>
          <p:nvSpPr>
            <p:cNvPr id="10555" name="Google Shape;10555;p89"/>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9"/>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9"/>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89"/>
          <p:cNvGrpSpPr/>
          <p:nvPr/>
        </p:nvGrpSpPr>
        <p:grpSpPr>
          <a:xfrm>
            <a:off x="2193513" y="1765280"/>
            <a:ext cx="356438" cy="355498"/>
            <a:chOff x="-34778075" y="2272675"/>
            <a:chExt cx="293800" cy="293025"/>
          </a:xfrm>
        </p:grpSpPr>
        <p:sp>
          <p:nvSpPr>
            <p:cNvPr id="10559" name="Google Shape;10559;p89"/>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9"/>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9"/>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89"/>
          <p:cNvGrpSpPr/>
          <p:nvPr/>
        </p:nvGrpSpPr>
        <p:grpSpPr>
          <a:xfrm>
            <a:off x="2194939" y="2221307"/>
            <a:ext cx="353587" cy="353587"/>
            <a:chOff x="-34776500" y="2631825"/>
            <a:chExt cx="291450" cy="291450"/>
          </a:xfrm>
        </p:grpSpPr>
        <p:sp>
          <p:nvSpPr>
            <p:cNvPr id="10563" name="Google Shape;10563;p89"/>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9"/>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9"/>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6" name="Google Shape;10566;p89"/>
          <p:cNvGrpSpPr/>
          <p:nvPr/>
        </p:nvGrpSpPr>
        <p:grpSpPr>
          <a:xfrm>
            <a:off x="853628" y="2685160"/>
            <a:ext cx="354527" cy="358349"/>
            <a:chOff x="-32956300" y="1915900"/>
            <a:chExt cx="292225" cy="295375"/>
          </a:xfrm>
        </p:grpSpPr>
        <p:sp>
          <p:nvSpPr>
            <p:cNvPr id="10567" name="Google Shape;10567;p89"/>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89"/>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9" name="Google Shape;10569;p89"/>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9"/>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1" name="Google Shape;10571;p89"/>
          <p:cNvGrpSpPr/>
          <p:nvPr/>
        </p:nvGrpSpPr>
        <p:grpSpPr>
          <a:xfrm>
            <a:off x="3081101" y="2687555"/>
            <a:ext cx="356438" cy="353557"/>
            <a:chOff x="-31166825" y="1939525"/>
            <a:chExt cx="293800" cy="291425"/>
          </a:xfrm>
        </p:grpSpPr>
        <p:sp>
          <p:nvSpPr>
            <p:cNvPr id="10572" name="Google Shape;10572;p89"/>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9"/>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9"/>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89"/>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9"/>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9"/>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9"/>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9"/>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9"/>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9"/>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9"/>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3" name="Google Shape;10583;p89"/>
          <p:cNvGrpSpPr/>
          <p:nvPr/>
        </p:nvGrpSpPr>
        <p:grpSpPr>
          <a:xfrm>
            <a:off x="3082057" y="3155482"/>
            <a:ext cx="354527" cy="354133"/>
            <a:chOff x="-31165250" y="2298675"/>
            <a:chExt cx="292225" cy="291900"/>
          </a:xfrm>
        </p:grpSpPr>
        <p:sp>
          <p:nvSpPr>
            <p:cNvPr id="10584" name="Google Shape;10584;p89"/>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89"/>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9"/>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7" name="Google Shape;10587;p89"/>
          <p:cNvGrpSpPr/>
          <p:nvPr/>
        </p:nvGrpSpPr>
        <p:grpSpPr>
          <a:xfrm>
            <a:off x="3082542" y="3616136"/>
            <a:ext cx="353557" cy="353557"/>
            <a:chOff x="-31164450" y="2657050"/>
            <a:chExt cx="291425" cy="291425"/>
          </a:xfrm>
        </p:grpSpPr>
        <p:sp>
          <p:nvSpPr>
            <p:cNvPr id="10588" name="Google Shape;10588;p89"/>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89"/>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9"/>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9"/>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2" name="Google Shape;10592;p89"/>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3" name="Google Shape;10593;p89"/>
          <p:cNvGrpSpPr/>
          <p:nvPr/>
        </p:nvGrpSpPr>
        <p:grpSpPr>
          <a:xfrm>
            <a:off x="2632987" y="1307366"/>
            <a:ext cx="358349" cy="354285"/>
            <a:chOff x="-34421275" y="1912725"/>
            <a:chExt cx="295375" cy="292025"/>
          </a:xfrm>
        </p:grpSpPr>
        <p:sp>
          <p:nvSpPr>
            <p:cNvPr id="10594" name="Google Shape;10594;p89"/>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9"/>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89"/>
          <p:cNvGrpSpPr/>
          <p:nvPr/>
        </p:nvGrpSpPr>
        <p:grpSpPr>
          <a:xfrm>
            <a:off x="2632032" y="1765280"/>
            <a:ext cx="360260" cy="355498"/>
            <a:chOff x="-34418125" y="2271100"/>
            <a:chExt cx="296950" cy="293025"/>
          </a:xfrm>
        </p:grpSpPr>
        <p:sp>
          <p:nvSpPr>
            <p:cNvPr id="10597" name="Google Shape;10597;p89"/>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9"/>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9"/>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9"/>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9"/>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89"/>
          <p:cNvGrpSpPr/>
          <p:nvPr/>
        </p:nvGrpSpPr>
        <p:grpSpPr>
          <a:xfrm>
            <a:off x="2632987" y="2221307"/>
            <a:ext cx="358349" cy="353587"/>
            <a:chOff x="-34421275" y="2631050"/>
            <a:chExt cx="295375" cy="291450"/>
          </a:xfrm>
        </p:grpSpPr>
        <p:sp>
          <p:nvSpPr>
            <p:cNvPr id="10603" name="Google Shape;10603;p89"/>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9"/>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9"/>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9"/>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7" name="Google Shape;10607;p89"/>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9"/>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89"/>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0" name="Google Shape;10610;p89"/>
          <p:cNvGrpSpPr/>
          <p:nvPr/>
        </p:nvGrpSpPr>
        <p:grpSpPr>
          <a:xfrm>
            <a:off x="3537620" y="2688025"/>
            <a:ext cx="353587" cy="352617"/>
            <a:chOff x="-30805300" y="1938725"/>
            <a:chExt cx="291450" cy="290650"/>
          </a:xfrm>
        </p:grpSpPr>
        <p:sp>
          <p:nvSpPr>
            <p:cNvPr id="10611" name="Google Shape;10611;p89"/>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9"/>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3" name="Google Shape;10613;p89"/>
          <p:cNvGrpSpPr/>
          <p:nvPr/>
        </p:nvGrpSpPr>
        <p:grpSpPr>
          <a:xfrm>
            <a:off x="3538105" y="3155952"/>
            <a:ext cx="352617" cy="353193"/>
            <a:chOff x="-30805300" y="2298675"/>
            <a:chExt cx="290650" cy="291125"/>
          </a:xfrm>
        </p:grpSpPr>
        <p:sp>
          <p:nvSpPr>
            <p:cNvPr id="10614" name="Google Shape;10614;p89"/>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9"/>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9"/>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9"/>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8" name="Google Shape;10618;p89"/>
          <p:cNvGrpSpPr/>
          <p:nvPr/>
        </p:nvGrpSpPr>
        <p:grpSpPr>
          <a:xfrm>
            <a:off x="3537635" y="3616136"/>
            <a:ext cx="353557" cy="353557"/>
            <a:chOff x="-30806075" y="2657050"/>
            <a:chExt cx="291425" cy="291425"/>
          </a:xfrm>
        </p:grpSpPr>
        <p:sp>
          <p:nvSpPr>
            <p:cNvPr id="10619" name="Google Shape;10619;p89"/>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9"/>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9"/>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2" name="Google Shape;10622;p89"/>
          <p:cNvGrpSpPr/>
          <p:nvPr/>
        </p:nvGrpSpPr>
        <p:grpSpPr>
          <a:xfrm>
            <a:off x="2639681" y="4073943"/>
            <a:ext cx="353557" cy="353557"/>
            <a:chOff x="-30064925" y="2332550"/>
            <a:chExt cx="291425" cy="291425"/>
          </a:xfrm>
        </p:grpSpPr>
        <p:sp>
          <p:nvSpPr>
            <p:cNvPr id="10623" name="Google Shape;10623;p89"/>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9"/>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9"/>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89"/>
          <p:cNvGrpSpPr/>
          <p:nvPr/>
        </p:nvGrpSpPr>
        <p:grpSpPr>
          <a:xfrm>
            <a:off x="3983068" y="2683443"/>
            <a:ext cx="348855" cy="347879"/>
            <a:chOff x="2821450" y="2957850"/>
            <a:chExt cx="259275" cy="258550"/>
          </a:xfrm>
        </p:grpSpPr>
        <p:sp>
          <p:nvSpPr>
            <p:cNvPr id="10627" name="Google Shape;10627;p89"/>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9"/>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9"/>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txBody>
            <a:bodyPr/>
            <a:lstStyle/>
            <a:p>
              <a:endParaRPr lang="en-US"/>
            </a:p>
          </p:txBody>
        </p:sp>
      </p:grpSp>
      <p:grpSp>
        <p:nvGrpSpPr>
          <p:cNvPr id="10630" name="Google Shape;10630;p89"/>
          <p:cNvGrpSpPr/>
          <p:nvPr/>
        </p:nvGrpSpPr>
        <p:grpSpPr>
          <a:xfrm>
            <a:off x="4858100" y="1304461"/>
            <a:ext cx="361090" cy="361090"/>
            <a:chOff x="-57970450" y="1903275"/>
            <a:chExt cx="318225" cy="318225"/>
          </a:xfrm>
        </p:grpSpPr>
        <p:sp>
          <p:nvSpPr>
            <p:cNvPr id="10631" name="Google Shape;10631;p89"/>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9"/>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9"/>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9"/>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89"/>
          <p:cNvGrpSpPr/>
          <p:nvPr/>
        </p:nvGrpSpPr>
        <p:grpSpPr>
          <a:xfrm>
            <a:off x="4880000" y="1780418"/>
            <a:ext cx="317290" cy="359303"/>
            <a:chOff x="-57950750" y="2296300"/>
            <a:chExt cx="279625" cy="316650"/>
          </a:xfrm>
        </p:grpSpPr>
        <p:sp>
          <p:nvSpPr>
            <p:cNvPr id="10636" name="Google Shape;10636;p89"/>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9"/>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9"/>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9"/>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0" name="Google Shape;10640;p89"/>
          <p:cNvGrpSpPr/>
          <p:nvPr/>
        </p:nvGrpSpPr>
        <p:grpSpPr>
          <a:xfrm>
            <a:off x="4858214" y="2232094"/>
            <a:ext cx="360863" cy="360211"/>
            <a:chOff x="-57969675" y="2687750"/>
            <a:chExt cx="318025" cy="317450"/>
          </a:xfrm>
        </p:grpSpPr>
        <p:sp>
          <p:nvSpPr>
            <p:cNvPr id="10641" name="Google Shape;10641;p89"/>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9"/>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9"/>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89"/>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5" name="Google Shape;10645;p89"/>
          <p:cNvGrpSpPr/>
          <p:nvPr/>
        </p:nvGrpSpPr>
        <p:grpSpPr>
          <a:xfrm>
            <a:off x="7067397" y="1304461"/>
            <a:ext cx="363785" cy="361090"/>
            <a:chOff x="-56012425" y="1903275"/>
            <a:chExt cx="320600" cy="318225"/>
          </a:xfrm>
        </p:grpSpPr>
        <p:sp>
          <p:nvSpPr>
            <p:cNvPr id="10646" name="Google Shape;10646;p89"/>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9"/>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8" name="Google Shape;10648;p89"/>
          <p:cNvGrpSpPr/>
          <p:nvPr/>
        </p:nvGrpSpPr>
        <p:grpSpPr>
          <a:xfrm>
            <a:off x="7068290" y="1778631"/>
            <a:ext cx="361998" cy="361998"/>
            <a:chOff x="-56010850" y="2294725"/>
            <a:chExt cx="319025" cy="319025"/>
          </a:xfrm>
        </p:grpSpPr>
        <p:sp>
          <p:nvSpPr>
            <p:cNvPr id="10649" name="Google Shape;10649;p89"/>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9"/>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9"/>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9"/>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89"/>
          <p:cNvGrpSpPr/>
          <p:nvPr/>
        </p:nvGrpSpPr>
        <p:grpSpPr>
          <a:xfrm>
            <a:off x="7068305" y="2231215"/>
            <a:ext cx="361969" cy="361090"/>
            <a:chOff x="-56010050" y="2686975"/>
            <a:chExt cx="319000" cy="318225"/>
          </a:xfrm>
        </p:grpSpPr>
        <p:sp>
          <p:nvSpPr>
            <p:cNvPr id="10654" name="Google Shape;10654;p89"/>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9"/>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9"/>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9"/>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8" name="Google Shape;10658;p89"/>
          <p:cNvGrpSpPr/>
          <p:nvPr/>
        </p:nvGrpSpPr>
        <p:grpSpPr>
          <a:xfrm>
            <a:off x="5753801" y="2684124"/>
            <a:ext cx="361998" cy="361090"/>
            <a:chOff x="-54081175" y="1903275"/>
            <a:chExt cx="319025" cy="318225"/>
          </a:xfrm>
        </p:grpSpPr>
        <p:sp>
          <p:nvSpPr>
            <p:cNvPr id="10659" name="Google Shape;10659;p89"/>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9"/>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1" name="Google Shape;10661;p89"/>
          <p:cNvGrpSpPr/>
          <p:nvPr/>
        </p:nvGrpSpPr>
        <p:grpSpPr>
          <a:xfrm>
            <a:off x="5776154" y="3137587"/>
            <a:ext cx="317290" cy="360211"/>
            <a:chOff x="-54063050" y="2296300"/>
            <a:chExt cx="279625" cy="317450"/>
          </a:xfrm>
        </p:grpSpPr>
        <p:sp>
          <p:nvSpPr>
            <p:cNvPr id="10662" name="Google Shape;10662;p89"/>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89"/>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9"/>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9"/>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89"/>
          <p:cNvGrpSpPr/>
          <p:nvPr/>
        </p:nvGrpSpPr>
        <p:grpSpPr>
          <a:xfrm>
            <a:off x="5776154" y="3601649"/>
            <a:ext cx="317290" cy="361033"/>
            <a:chOff x="-54061475" y="2685450"/>
            <a:chExt cx="279625" cy="318175"/>
          </a:xfrm>
        </p:grpSpPr>
        <p:sp>
          <p:nvSpPr>
            <p:cNvPr id="10667" name="Google Shape;10667;p89"/>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9"/>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9"/>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9"/>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1" name="Google Shape;10671;p89"/>
          <p:cNvGrpSpPr/>
          <p:nvPr/>
        </p:nvGrpSpPr>
        <p:grpSpPr>
          <a:xfrm>
            <a:off x="8029690" y="2693967"/>
            <a:ext cx="275278" cy="361969"/>
            <a:chOff x="-52074300" y="1911950"/>
            <a:chExt cx="242600" cy="319000"/>
          </a:xfrm>
        </p:grpSpPr>
        <p:sp>
          <p:nvSpPr>
            <p:cNvPr id="10672" name="Google Shape;10672;p89"/>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9"/>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9"/>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9"/>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6" name="Google Shape;10676;p89"/>
          <p:cNvGrpSpPr/>
          <p:nvPr/>
        </p:nvGrpSpPr>
        <p:grpSpPr>
          <a:xfrm>
            <a:off x="5287689" y="1305369"/>
            <a:ext cx="361998" cy="361090"/>
            <a:chOff x="-57578225" y="1904075"/>
            <a:chExt cx="319025" cy="318225"/>
          </a:xfrm>
        </p:grpSpPr>
        <p:sp>
          <p:nvSpPr>
            <p:cNvPr id="10677" name="Google Shape;10677;p89"/>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9"/>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9"/>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9"/>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1" name="Google Shape;10681;p89"/>
          <p:cNvGrpSpPr/>
          <p:nvPr/>
        </p:nvGrpSpPr>
        <p:grpSpPr>
          <a:xfrm>
            <a:off x="5310042" y="1778631"/>
            <a:ext cx="317290" cy="361090"/>
            <a:chOff x="-57558525" y="2294725"/>
            <a:chExt cx="279625" cy="318225"/>
          </a:xfrm>
        </p:grpSpPr>
        <p:sp>
          <p:nvSpPr>
            <p:cNvPr id="10682" name="Google Shape;10682;p89"/>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9"/>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9"/>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9"/>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9"/>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89"/>
          <p:cNvGrpSpPr/>
          <p:nvPr/>
        </p:nvGrpSpPr>
        <p:grpSpPr>
          <a:xfrm>
            <a:off x="5285901" y="2231215"/>
            <a:ext cx="365572" cy="361969"/>
            <a:chOff x="-57579800" y="2686975"/>
            <a:chExt cx="322175" cy="319000"/>
          </a:xfrm>
        </p:grpSpPr>
        <p:sp>
          <p:nvSpPr>
            <p:cNvPr id="10688" name="Google Shape;10688;p89"/>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9"/>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0" name="Google Shape;10690;p89"/>
          <p:cNvGrpSpPr/>
          <p:nvPr/>
        </p:nvGrpSpPr>
        <p:grpSpPr>
          <a:xfrm>
            <a:off x="7510682" y="1778631"/>
            <a:ext cx="367359" cy="361090"/>
            <a:chOff x="-55620975" y="2294725"/>
            <a:chExt cx="323750" cy="318225"/>
          </a:xfrm>
        </p:grpSpPr>
        <p:sp>
          <p:nvSpPr>
            <p:cNvPr id="10691" name="Google Shape;10691;p89"/>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9"/>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9"/>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9"/>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9"/>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9"/>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89"/>
          <p:cNvGrpSpPr/>
          <p:nvPr/>
        </p:nvGrpSpPr>
        <p:grpSpPr>
          <a:xfrm>
            <a:off x="7512923" y="2231130"/>
            <a:ext cx="362877" cy="361175"/>
            <a:chOff x="-55620175" y="2686900"/>
            <a:chExt cx="319800" cy="318300"/>
          </a:xfrm>
        </p:grpSpPr>
        <p:sp>
          <p:nvSpPr>
            <p:cNvPr id="10698" name="Google Shape;10698;p89"/>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89"/>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9"/>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9"/>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2" name="Google Shape;10702;p89"/>
          <p:cNvGrpSpPr/>
          <p:nvPr/>
        </p:nvGrpSpPr>
        <p:grpSpPr>
          <a:xfrm>
            <a:off x="6198887" y="2684124"/>
            <a:ext cx="361969" cy="361090"/>
            <a:chOff x="-53690500" y="1903275"/>
            <a:chExt cx="319000" cy="318225"/>
          </a:xfrm>
        </p:grpSpPr>
        <p:sp>
          <p:nvSpPr>
            <p:cNvPr id="10703" name="Google Shape;10703;p89"/>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9"/>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9"/>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89"/>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89"/>
          <p:cNvGrpSpPr/>
          <p:nvPr/>
        </p:nvGrpSpPr>
        <p:grpSpPr>
          <a:xfrm>
            <a:off x="6221226" y="3137587"/>
            <a:ext cx="317290" cy="359303"/>
            <a:chOff x="-53670800" y="2296300"/>
            <a:chExt cx="279625" cy="316650"/>
          </a:xfrm>
        </p:grpSpPr>
        <p:sp>
          <p:nvSpPr>
            <p:cNvPr id="10708" name="Google Shape;10708;p89"/>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9"/>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9"/>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9"/>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2" name="Google Shape;10712;p89"/>
          <p:cNvGrpSpPr/>
          <p:nvPr/>
        </p:nvGrpSpPr>
        <p:grpSpPr>
          <a:xfrm>
            <a:off x="6198887" y="3602925"/>
            <a:ext cx="361969" cy="361544"/>
            <a:chOff x="-53690500" y="2686575"/>
            <a:chExt cx="319000" cy="318625"/>
          </a:xfrm>
        </p:grpSpPr>
        <p:sp>
          <p:nvSpPr>
            <p:cNvPr id="10713" name="Google Shape;10713;p89"/>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89"/>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9"/>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9"/>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7" name="Google Shape;10717;p89"/>
          <p:cNvGrpSpPr/>
          <p:nvPr/>
        </p:nvGrpSpPr>
        <p:grpSpPr>
          <a:xfrm>
            <a:off x="8008669" y="3145785"/>
            <a:ext cx="317319" cy="360948"/>
            <a:chOff x="-52092425" y="2303525"/>
            <a:chExt cx="279650" cy="318100"/>
          </a:xfrm>
        </p:grpSpPr>
        <p:sp>
          <p:nvSpPr>
            <p:cNvPr id="10718" name="Google Shape;10718;p89"/>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9"/>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9"/>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89"/>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9"/>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3" name="Google Shape;10723;p89"/>
          <p:cNvGrpSpPr/>
          <p:nvPr/>
        </p:nvGrpSpPr>
        <p:grpSpPr>
          <a:xfrm>
            <a:off x="5727728" y="1306249"/>
            <a:ext cx="363756" cy="361090"/>
            <a:chOff x="-57189125" y="1904850"/>
            <a:chExt cx="320575" cy="318225"/>
          </a:xfrm>
        </p:grpSpPr>
        <p:sp>
          <p:nvSpPr>
            <p:cNvPr id="10724" name="Google Shape;10724;p89"/>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9"/>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9"/>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9"/>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89"/>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89"/>
          <p:cNvGrpSpPr/>
          <p:nvPr/>
        </p:nvGrpSpPr>
        <p:grpSpPr>
          <a:xfrm>
            <a:off x="5728621" y="1800985"/>
            <a:ext cx="361969" cy="316411"/>
            <a:chOff x="-57187550" y="2314425"/>
            <a:chExt cx="319000" cy="278850"/>
          </a:xfrm>
        </p:grpSpPr>
        <p:sp>
          <p:nvSpPr>
            <p:cNvPr id="10730" name="Google Shape;10730;p89"/>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9"/>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9"/>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9"/>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4" name="Google Shape;10734;p89"/>
          <p:cNvGrpSpPr/>
          <p:nvPr/>
        </p:nvGrpSpPr>
        <p:grpSpPr>
          <a:xfrm>
            <a:off x="5745585" y="2230534"/>
            <a:ext cx="328042" cy="361771"/>
            <a:chOff x="-57172600" y="2686375"/>
            <a:chExt cx="289100" cy="318825"/>
          </a:xfrm>
        </p:grpSpPr>
        <p:sp>
          <p:nvSpPr>
            <p:cNvPr id="10735" name="Google Shape;10735;p89"/>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9"/>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7" name="Google Shape;10737;p89"/>
          <p:cNvGrpSpPr/>
          <p:nvPr/>
        </p:nvGrpSpPr>
        <p:grpSpPr>
          <a:xfrm>
            <a:off x="7958434" y="1304461"/>
            <a:ext cx="361090" cy="359303"/>
            <a:chOff x="-55225575" y="1903275"/>
            <a:chExt cx="318225" cy="316650"/>
          </a:xfrm>
        </p:grpSpPr>
        <p:sp>
          <p:nvSpPr>
            <p:cNvPr id="10738" name="Google Shape;10738;p89"/>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89"/>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89"/>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89"/>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9"/>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89"/>
          <p:cNvGrpSpPr/>
          <p:nvPr/>
        </p:nvGrpSpPr>
        <p:grpSpPr>
          <a:xfrm>
            <a:off x="7969611" y="1780418"/>
            <a:ext cx="338736" cy="359303"/>
            <a:chOff x="-55217700" y="2296300"/>
            <a:chExt cx="298525" cy="316650"/>
          </a:xfrm>
        </p:grpSpPr>
        <p:sp>
          <p:nvSpPr>
            <p:cNvPr id="10744" name="Google Shape;10744;p89"/>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9"/>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9"/>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9"/>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8" name="Google Shape;10748;p89"/>
          <p:cNvGrpSpPr/>
          <p:nvPr/>
        </p:nvGrpSpPr>
        <p:grpSpPr>
          <a:xfrm>
            <a:off x="7957541" y="2233002"/>
            <a:ext cx="362877" cy="359303"/>
            <a:chOff x="-55229525" y="2688550"/>
            <a:chExt cx="319800" cy="316650"/>
          </a:xfrm>
        </p:grpSpPr>
        <p:sp>
          <p:nvSpPr>
            <p:cNvPr id="10749" name="Google Shape;10749;p89"/>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9"/>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9"/>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9"/>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3" name="Google Shape;10753;p89"/>
          <p:cNvGrpSpPr/>
          <p:nvPr/>
        </p:nvGrpSpPr>
        <p:grpSpPr>
          <a:xfrm>
            <a:off x="6653760" y="2684124"/>
            <a:ext cx="338765" cy="361090"/>
            <a:chOff x="-53288825" y="1903275"/>
            <a:chExt cx="298550" cy="318225"/>
          </a:xfrm>
        </p:grpSpPr>
        <p:sp>
          <p:nvSpPr>
            <p:cNvPr id="10754" name="Google Shape;10754;p89"/>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9"/>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9"/>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7" name="Google Shape;10757;p89"/>
          <p:cNvGrpSpPr/>
          <p:nvPr/>
        </p:nvGrpSpPr>
        <p:grpSpPr>
          <a:xfrm>
            <a:off x="6642143" y="3135800"/>
            <a:ext cx="361998" cy="361090"/>
            <a:chOff x="-53299850" y="2294725"/>
            <a:chExt cx="319025" cy="318225"/>
          </a:xfrm>
        </p:grpSpPr>
        <p:sp>
          <p:nvSpPr>
            <p:cNvPr id="10758" name="Google Shape;10758;p89"/>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89"/>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0" name="Google Shape;10760;p89"/>
          <p:cNvGrpSpPr/>
          <p:nvPr/>
        </p:nvGrpSpPr>
        <p:grpSpPr>
          <a:xfrm>
            <a:off x="6664936" y="3604259"/>
            <a:ext cx="316411" cy="360211"/>
            <a:chOff x="-53278575" y="2687750"/>
            <a:chExt cx="278850" cy="317450"/>
          </a:xfrm>
        </p:grpSpPr>
        <p:sp>
          <p:nvSpPr>
            <p:cNvPr id="10761" name="Google Shape;10761;p89"/>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9"/>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9"/>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9"/>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5" name="Google Shape;10765;p89"/>
          <p:cNvGrpSpPr/>
          <p:nvPr/>
        </p:nvGrpSpPr>
        <p:grpSpPr>
          <a:xfrm>
            <a:off x="7986330" y="3603947"/>
            <a:ext cx="361998" cy="362310"/>
            <a:chOff x="-52101875" y="2687475"/>
            <a:chExt cx="319025" cy="319300"/>
          </a:xfrm>
        </p:grpSpPr>
        <p:sp>
          <p:nvSpPr>
            <p:cNvPr id="10766" name="Google Shape;10766;p89"/>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9"/>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9"/>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9"/>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0" name="Google Shape;10770;p89"/>
          <p:cNvGrpSpPr/>
          <p:nvPr/>
        </p:nvGrpSpPr>
        <p:grpSpPr>
          <a:xfrm>
            <a:off x="6201079" y="1305369"/>
            <a:ext cx="317290" cy="361090"/>
            <a:chOff x="-56774050" y="1904075"/>
            <a:chExt cx="279625" cy="318225"/>
          </a:xfrm>
        </p:grpSpPr>
        <p:sp>
          <p:nvSpPr>
            <p:cNvPr id="10771" name="Google Shape;10771;p89"/>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9"/>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89"/>
          <p:cNvGrpSpPr/>
          <p:nvPr/>
        </p:nvGrpSpPr>
        <p:grpSpPr>
          <a:xfrm>
            <a:off x="6201079" y="1778631"/>
            <a:ext cx="317290" cy="361090"/>
            <a:chOff x="-56774850" y="2294725"/>
            <a:chExt cx="279625" cy="318225"/>
          </a:xfrm>
        </p:grpSpPr>
        <p:sp>
          <p:nvSpPr>
            <p:cNvPr id="10774" name="Google Shape;10774;p89"/>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89"/>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9"/>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7" name="Google Shape;10777;p89"/>
          <p:cNvGrpSpPr/>
          <p:nvPr/>
        </p:nvGrpSpPr>
        <p:grpSpPr>
          <a:xfrm>
            <a:off x="6222086" y="2231215"/>
            <a:ext cx="275278" cy="360182"/>
            <a:chOff x="-56756725" y="2686975"/>
            <a:chExt cx="242600" cy="317425"/>
          </a:xfrm>
        </p:grpSpPr>
        <p:sp>
          <p:nvSpPr>
            <p:cNvPr id="10778" name="Google Shape;10778;p89"/>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9"/>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9"/>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89"/>
          <p:cNvGrpSpPr/>
          <p:nvPr/>
        </p:nvGrpSpPr>
        <p:grpSpPr>
          <a:xfrm>
            <a:off x="4870518" y="2684124"/>
            <a:ext cx="337346" cy="361998"/>
            <a:chOff x="-54826975" y="1903275"/>
            <a:chExt cx="297300" cy="319025"/>
          </a:xfrm>
        </p:grpSpPr>
        <p:sp>
          <p:nvSpPr>
            <p:cNvPr id="10782" name="Google Shape;10782;p89"/>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9"/>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9"/>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5" name="Google Shape;10785;p89"/>
          <p:cNvGrpSpPr/>
          <p:nvPr/>
        </p:nvGrpSpPr>
        <p:grpSpPr>
          <a:xfrm>
            <a:off x="4858206" y="3137587"/>
            <a:ext cx="361969" cy="359274"/>
            <a:chOff x="-54836500" y="2296300"/>
            <a:chExt cx="319000" cy="316625"/>
          </a:xfrm>
        </p:grpSpPr>
        <p:sp>
          <p:nvSpPr>
            <p:cNvPr id="10786" name="Google Shape;10786;p89"/>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89"/>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9"/>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9"/>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0" name="Google Shape;10790;p89"/>
          <p:cNvGrpSpPr/>
          <p:nvPr/>
        </p:nvGrpSpPr>
        <p:grpSpPr>
          <a:xfrm>
            <a:off x="4879652" y="3604259"/>
            <a:ext cx="319078" cy="361090"/>
            <a:chOff x="-54817600" y="2687750"/>
            <a:chExt cx="281200" cy="318225"/>
          </a:xfrm>
        </p:grpSpPr>
        <p:sp>
          <p:nvSpPr>
            <p:cNvPr id="10791" name="Google Shape;10791;p89"/>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9"/>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9"/>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9"/>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5" name="Google Shape;10795;p89"/>
          <p:cNvGrpSpPr/>
          <p:nvPr/>
        </p:nvGrpSpPr>
        <p:grpSpPr>
          <a:xfrm>
            <a:off x="7110476" y="2684124"/>
            <a:ext cx="317290" cy="359303"/>
            <a:chOff x="-52887125" y="1903275"/>
            <a:chExt cx="279625" cy="316650"/>
          </a:xfrm>
        </p:grpSpPr>
        <p:sp>
          <p:nvSpPr>
            <p:cNvPr id="10796" name="Google Shape;10796;p89"/>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89"/>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8" name="Google Shape;10798;p89"/>
          <p:cNvGrpSpPr/>
          <p:nvPr/>
        </p:nvGrpSpPr>
        <p:grpSpPr>
          <a:xfrm>
            <a:off x="7089030" y="3134920"/>
            <a:ext cx="360182" cy="361969"/>
            <a:chOff x="-52906025" y="2293950"/>
            <a:chExt cx="317425" cy="319000"/>
          </a:xfrm>
        </p:grpSpPr>
        <p:sp>
          <p:nvSpPr>
            <p:cNvPr id="10799" name="Google Shape;10799;p89"/>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9"/>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9"/>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2" name="Google Shape;10802;p89"/>
          <p:cNvGrpSpPr/>
          <p:nvPr/>
        </p:nvGrpSpPr>
        <p:grpSpPr>
          <a:xfrm>
            <a:off x="7110476" y="3603379"/>
            <a:ext cx="317290" cy="361090"/>
            <a:chOff x="-52887125" y="2686975"/>
            <a:chExt cx="279625" cy="318225"/>
          </a:xfrm>
        </p:grpSpPr>
        <p:sp>
          <p:nvSpPr>
            <p:cNvPr id="10803" name="Google Shape;10803;p89"/>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9"/>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89"/>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89"/>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7" name="Google Shape;10807;p89"/>
          <p:cNvGrpSpPr/>
          <p:nvPr/>
        </p:nvGrpSpPr>
        <p:grpSpPr>
          <a:xfrm>
            <a:off x="6220848" y="4062998"/>
            <a:ext cx="318170" cy="359303"/>
            <a:chOff x="-51722225" y="1915100"/>
            <a:chExt cx="280400" cy="316650"/>
          </a:xfrm>
        </p:grpSpPr>
        <p:sp>
          <p:nvSpPr>
            <p:cNvPr id="10808" name="Google Shape;10808;p89"/>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89"/>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9"/>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9"/>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2" name="Google Shape;10812;p89"/>
          <p:cNvGrpSpPr/>
          <p:nvPr/>
        </p:nvGrpSpPr>
        <p:grpSpPr>
          <a:xfrm>
            <a:off x="6616678" y="1303695"/>
            <a:ext cx="370905" cy="360976"/>
            <a:chOff x="-56407800" y="1902600"/>
            <a:chExt cx="326875" cy="318125"/>
          </a:xfrm>
        </p:grpSpPr>
        <p:sp>
          <p:nvSpPr>
            <p:cNvPr id="10813" name="Google Shape;10813;p89"/>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89"/>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9"/>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6" name="Google Shape;10816;p89"/>
          <p:cNvGrpSpPr/>
          <p:nvPr/>
        </p:nvGrpSpPr>
        <p:grpSpPr>
          <a:xfrm>
            <a:off x="6622479" y="1790262"/>
            <a:ext cx="359303" cy="338736"/>
            <a:chOff x="-56401500" y="2304975"/>
            <a:chExt cx="316650" cy="298525"/>
          </a:xfrm>
        </p:grpSpPr>
        <p:sp>
          <p:nvSpPr>
            <p:cNvPr id="10817" name="Google Shape;10817;p89"/>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9"/>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9"/>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9"/>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1" name="Google Shape;10821;p89"/>
          <p:cNvGrpSpPr/>
          <p:nvPr/>
        </p:nvGrpSpPr>
        <p:grpSpPr>
          <a:xfrm>
            <a:off x="5328863" y="2682337"/>
            <a:ext cx="319985" cy="361090"/>
            <a:chOff x="-54426150" y="1901700"/>
            <a:chExt cx="282000" cy="318225"/>
          </a:xfrm>
        </p:grpSpPr>
        <p:sp>
          <p:nvSpPr>
            <p:cNvPr id="10822" name="Google Shape;10822;p89"/>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9"/>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9"/>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9"/>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6" name="Google Shape;10826;p89"/>
          <p:cNvGrpSpPr/>
          <p:nvPr/>
        </p:nvGrpSpPr>
        <p:grpSpPr>
          <a:xfrm>
            <a:off x="5328863" y="3135800"/>
            <a:ext cx="319985" cy="361998"/>
            <a:chOff x="-54426150" y="2294725"/>
            <a:chExt cx="282000" cy="319025"/>
          </a:xfrm>
        </p:grpSpPr>
        <p:sp>
          <p:nvSpPr>
            <p:cNvPr id="10827" name="Google Shape;10827;p89"/>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9"/>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9"/>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89"/>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9"/>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89"/>
          <p:cNvGrpSpPr/>
          <p:nvPr/>
        </p:nvGrpSpPr>
        <p:grpSpPr>
          <a:xfrm>
            <a:off x="5327076" y="3603379"/>
            <a:ext cx="323560" cy="361969"/>
            <a:chOff x="-54427725" y="2686975"/>
            <a:chExt cx="285150" cy="319000"/>
          </a:xfrm>
        </p:grpSpPr>
        <p:sp>
          <p:nvSpPr>
            <p:cNvPr id="10833" name="Google Shape;10833;p89"/>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9"/>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9"/>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9"/>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9"/>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89"/>
          <p:cNvGrpSpPr/>
          <p:nvPr/>
        </p:nvGrpSpPr>
        <p:grpSpPr>
          <a:xfrm>
            <a:off x="7533634" y="2684351"/>
            <a:ext cx="359303" cy="359984"/>
            <a:chOff x="-52513800" y="1903475"/>
            <a:chExt cx="316650" cy="317250"/>
          </a:xfrm>
        </p:grpSpPr>
        <p:sp>
          <p:nvSpPr>
            <p:cNvPr id="10839" name="Google Shape;10839;p89"/>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9"/>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1" name="Google Shape;10841;p89"/>
          <p:cNvGrpSpPr/>
          <p:nvPr/>
        </p:nvGrpSpPr>
        <p:grpSpPr>
          <a:xfrm>
            <a:off x="7543464" y="3136708"/>
            <a:ext cx="339644" cy="360182"/>
            <a:chOff x="-52505925" y="2295525"/>
            <a:chExt cx="299325" cy="317425"/>
          </a:xfrm>
        </p:grpSpPr>
        <p:sp>
          <p:nvSpPr>
            <p:cNvPr id="10842" name="Google Shape;10842;p89"/>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9"/>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9"/>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9"/>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6" name="Google Shape;10846;p89"/>
          <p:cNvGrpSpPr/>
          <p:nvPr/>
        </p:nvGrpSpPr>
        <p:grpSpPr>
          <a:xfrm>
            <a:off x="7554641" y="3603379"/>
            <a:ext cx="317290" cy="361090"/>
            <a:chOff x="-52494100" y="2686975"/>
            <a:chExt cx="279625" cy="318225"/>
          </a:xfrm>
        </p:grpSpPr>
        <p:sp>
          <p:nvSpPr>
            <p:cNvPr id="10847" name="Google Shape;10847;p89"/>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89"/>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9"/>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9"/>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89"/>
          <p:cNvGrpSpPr/>
          <p:nvPr/>
        </p:nvGrpSpPr>
        <p:grpSpPr>
          <a:xfrm>
            <a:off x="6665412" y="4064322"/>
            <a:ext cx="315503" cy="361090"/>
            <a:chOff x="-51708850" y="2305750"/>
            <a:chExt cx="278050" cy="318225"/>
          </a:xfrm>
        </p:grpSpPr>
        <p:sp>
          <p:nvSpPr>
            <p:cNvPr id="10852" name="Google Shape;10852;p89"/>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9"/>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9"/>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89"/>
          <p:cNvGrpSpPr/>
          <p:nvPr/>
        </p:nvGrpSpPr>
        <p:grpSpPr>
          <a:xfrm>
            <a:off x="7536807" y="1306109"/>
            <a:ext cx="319089" cy="362073"/>
            <a:chOff x="1044400" y="2917425"/>
            <a:chExt cx="248125" cy="281550"/>
          </a:xfrm>
        </p:grpSpPr>
        <p:sp>
          <p:nvSpPr>
            <p:cNvPr id="10856" name="Google Shape;10856;p89"/>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9"/>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89"/>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89"/>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9"/>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txBody>
            <a:bodyPr/>
            <a:lstStyle/>
            <a:p>
              <a:endParaRPr lang="en-US"/>
            </a:p>
          </p:txBody>
        </p:sp>
        <p:sp>
          <p:nvSpPr>
            <p:cNvPr id="10861" name="Google Shape;10861;p89"/>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txBody>
            <a:bodyPr/>
            <a:lstStyle/>
            <a:p>
              <a:endParaRPr lang="en-US"/>
            </a:p>
          </p:txBody>
        </p:sp>
        <p:sp>
          <p:nvSpPr>
            <p:cNvPr id="10862" name="Google Shape;10862;p89"/>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txBody>
            <a:bodyPr/>
            <a:lstStyle/>
            <a:p>
              <a:endParaRPr lang="en-US"/>
            </a:p>
          </p:txBody>
        </p:sp>
        <p:sp>
          <p:nvSpPr>
            <p:cNvPr id="10863" name="Google Shape;10863;p89"/>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89"/>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5" name="Google Shape;10865;p89"/>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69"/>
        <p:cNvGrpSpPr/>
        <p:nvPr/>
      </p:nvGrpSpPr>
      <p:grpSpPr>
        <a:xfrm>
          <a:off x="0" y="0"/>
          <a:ext cx="0" cy="0"/>
          <a:chOff x="0" y="0"/>
          <a:chExt cx="0" cy="0"/>
        </a:xfrm>
      </p:grpSpPr>
      <p:sp>
        <p:nvSpPr>
          <p:cNvPr id="10870" name="Google Shape;10870;p90"/>
          <p:cNvSpPr txBox="1">
            <a:spLocks noGrp="1"/>
          </p:cNvSpPr>
          <p:nvPr>
            <p:ph type="title" idx="4294967295"/>
          </p:nvPr>
        </p:nvSpPr>
        <p:spPr>
          <a:xfrm>
            <a:off x="849675"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871" name="Google Shape;10871;p90"/>
          <p:cNvSpPr txBox="1">
            <a:spLocks noGrp="1"/>
          </p:cNvSpPr>
          <p:nvPr>
            <p:ph type="title" idx="4294967295"/>
          </p:nvPr>
        </p:nvSpPr>
        <p:spPr>
          <a:xfrm>
            <a:off x="4858400"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872" name="Google Shape;10872;p90"/>
          <p:cNvGrpSpPr/>
          <p:nvPr/>
        </p:nvGrpSpPr>
        <p:grpSpPr>
          <a:xfrm>
            <a:off x="889109" y="1303003"/>
            <a:ext cx="278288" cy="357036"/>
            <a:chOff x="-50489600" y="1947400"/>
            <a:chExt cx="233150" cy="299125"/>
          </a:xfrm>
        </p:grpSpPr>
        <p:sp>
          <p:nvSpPr>
            <p:cNvPr id="10873" name="Google Shape;10873;p90"/>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90"/>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5" name="Google Shape;10875;p90"/>
          <p:cNvGrpSpPr/>
          <p:nvPr/>
        </p:nvGrpSpPr>
        <p:grpSpPr>
          <a:xfrm>
            <a:off x="849616" y="1757960"/>
            <a:ext cx="357274" cy="358199"/>
            <a:chOff x="-50523475" y="2316000"/>
            <a:chExt cx="299325" cy="300100"/>
          </a:xfrm>
        </p:grpSpPr>
        <p:sp>
          <p:nvSpPr>
            <p:cNvPr id="10876" name="Google Shape;10876;p90"/>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90"/>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8" name="Google Shape;10878;p90"/>
          <p:cNvGrpSpPr/>
          <p:nvPr/>
        </p:nvGrpSpPr>
        <p:grpSpPr>
          <a:xfrm>
            <a:off x="848213" y="2207269"/>
            <a:ext cx="360079" cy="357304"/>
            <a:chOff x="-50524250" y="2686150"/>
            <a:chExt cx="301675" cy="299350"/>
          </a:xfrm>
        </p:grpSpPr>
        <p:sp>
          <p:nvSpPr>
            <p:cNvPr id="10879" name="Google Shape;10879;p90"/>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90"/>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90"/>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90"/>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90"/>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90"/>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90"/>
          <p:cNvGrpSpPr/>
          <p:nvPr/>
        </p:nvGrpSpPr>
        <p:grpSpPr>
          <a:xfrm>
            <a:off x="3070976" y="1333082"/>
            <a:ext cx="358199" cy="359154"/>
            <a:chOff x="-48633950" y="1972600"/>
            <a:chExt cx="300100" cy="300900"/>
          </a:xfrm>
        </p:grpSpPr>
        <p:sp>
          <p:nvSpPr>
            <p:cNvPr id="10886" name="Google Shape;10886;p90"/>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90"/>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90"/>
          <p:cNvGrpSpPr/>
          <p:nvPr/>
        </p:nvGrpSpPr>
        <p:grpSpPr>
          <a:xfrm>
            <a:off x="3070499" y="1788993"/>
            <a:ext cx="359154" cy="361004"/>
            <a:chOff x="-48634750" y="2342000"/>
            <a:chExt cx="300900" cy="302450"/>
          </a:xfrm>
        </p:grpSpPr>
        <p:sp>
          <p:nvSpPr>
            <p:cNvPr id="10889" name="Google Shape;10889;p90"/>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90"/>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90"/>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90"/>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90"/>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90"/>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90"/>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90"/>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90"/>
          <p:cNvGrpSpPr/>
          <p:nvPr/>
        </p:nvGrpSpPr>
        <p:grpSpPr>
          <a:xfrm>
            <a:off x="3071439" y="2237377"/>
            <a:ext cx="357274" cy="357274"/>
            <a:chOff x="-48633175" y="2711375"/>
            <a:chExt cx="299325" cy="299325"/>
          </a:xfrm>
        </p:grpSpPr>
        <p:sp>
          <p:nvSpPr>
            <p:cNvPr id="10898" name="Google Shape;10898;p90"/>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90"/>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90"/>
          <p:cNvGrpSpPr/>
          <p:nvPr/>
        </p:nvGrpSpPr>
        <p:grpSpPr>
          <a:xfrm>
            <a:off x="1757928" y="2689329"/>
            <a:ext cx="314006" cy="358229"/>
            <a:chOff x="-46753100" y="1965500"/>
            <a:chExt cx="263075" cy="300125"/>
          </a:xfrm>
        </p:grpSpPr>
        <p:sp>
          <p:nvSpPr>
            <p:cNvPr id="10901" name="Google Shape;10901;p90"/>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90"/>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3" name="Google Shape;10903;p90"/>
          <p:cNvGrpSpPr/>
          <p:nvPr/>
        </p:nvGrpSpPr>
        <p:grpSpPr>
          <a:xfrm>
            <a:off x="1735354" y="3156542"/>
            <a:ext cx="359154" cy="315916"/>
            <a:chOff x="-46772025" y="2350650"/>
            <a:chExt cx="300900" cy="264675"/>
          </a:xfrm>
        </p:grpSpPr>
        <p:sp>
          <p:nvSpPr>
            <p:cNvPr id="10904" name="Google Shape;10904;p90"/>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90"/>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6" name="Google Shape;10906;p90"/>
          <p:cNvGrpSpPr/>
          <p:nvPr/>
        </p:nvGrpSpPr>
        <p:grpSpPr>
          <a:xfrm>
            <a:off x="1735354" y="3590820"/>
            <a:ext cx="359154" cy="359154"/>
            <a:chOff x="-46772025" y="2701925"/>
            <a:chExt cx="300900" cy="300900"/>
          </a:xfrm>
        </p:grpSpPr>
        <p:sp>
          <p:nvSpPr>
            <p:cNvPr id="10907" name="Google Shape;10907;p90"/>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90"/>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9" name="Google Shape;10909;p90"/>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0" name="Google Shape;10910;p90"/>
          <p:cNvGrpSpPr/>
          <p:nvPr/>
        </p:nvGrpSpPr>
        <p:grpSpPr>
          <a:xfrm>
            <a:off x="1293035" y="1303928"/>
            <a:ext cx="358199" cy="359154"/>
            <a:chOff x="-50154075" y="1948175"/>
            <a:chExt cx="300100" cy="300900"/>
          </a:xfrm>
        </p:grpSpPr>
        <p:sp>
          <p:nvSpPr>
            <p:cNvPr id="10911" name="Google Shape;10911;p90"/>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90"/>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90"/>
          <p:cNvGrpSpPr/>
          <p:nvPr/>
        </p:nvGrpSpPr>
        <p:grpSpPr>
          <a:xfrm>
            <a:off x="1293035" y="1758885"/>
            <a:ext cx="358199" cy="358229"/>
            <a:chOff x="-50154850" y="2316775"/>
            <a:chExt cx="300100" cy="300125"/>
          </a:xfrm>
        </p:grpSpPr>
        <p:sp>
          <p:nvSpPr>
            <p:cNvPr id="10914" name="Google Shape;10914;p90"/>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90"/>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6" name="Google Shape;10916;p90"/>
          <p:cNvGrpSpPr/>
          <p:nvPr/>
        </p:nvGrpSpPr>
        <p:grpSpPr>
          <a:xfrm>
            <a:off x="1288813" y="2205896"/>
            <a:ext cx="366644" cy="356558"/>
            <a:chOff x="-50158000" y="2685000"/>
            <a:chExt cx="307175" cy="298725"/>
          </a:xfrm>
        </p:grpSpPr>
        <p:sp>
          <p:nvSpPr>
            <p:cNvPr id="10917" name="Google Shape;10917;p90"/>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90"/>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90"/>
          <p:cNvGrpSpPr/>
          <p:nvPr/>
        </p:nvGrpSpPr>
        <p:grpSpPr>
          <a:xfrm>
            <a:off x="3521599" y="1334007"/>
            <a:ext cx="361004" cy="358229"/>
            <a:chOff x="-48266125" y="1973375"/>
            <a:chExt cx="302450" cy="300125"/>
          </a:xfrm>
        </p:grpSpPr>
        <p:sp>
          <p:nvSpPr>
            <p:cNvPr id="10920" name="Google Shape;10920;p90"/>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90"/>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90"/>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90"/>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90"/>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90"/>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6" name="Google Shape;10926;p90"/>
          <p:cNvGrpSpPr/>
          <p:nvPr/>
        </p:nvGrpSpPr>
        <p:grpSpPr>
          <a:xfrm>
            <a:off x="3548844" y="1789769"/>
            <a:ext cx="306516" cy="358349"/>
            <a:chOff x="-48237000" y="2342650"/>
            <a:chExt cx="256800" cy="300225"/>
          </a:xfrm>
        </p:grpSpPr>
        <p:sp>
          <p:nvSpPr>
            <p:cNvPr id="10927" name="Google Shape;10927;p90"/>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90"/>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90"/>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0" name="Google Shape;10930;p90"/>
          <p:cNvGrpSpPr/>
          <p:nvPr/>
        </p:nvGrpSpPr>
        <p:grpSpPr>
          <a:xfrm>
            <a:off x="2180338" y="2690046"/>
            <a:ext cx="361034" cy="355633"/>
            <a:chOff x="-46404975" y="1966100"/>
            <a:chExt cx="302475" cy="297950"/>
          </a:xfrm>
        </p:grpSpPr>
        <p:sp>
          <p:nvSpPr>
            <p:cNvPr id="10931" name="Google Shape;10931;p90"/>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90"/>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90"/>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90"/>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90"/>
          <p:cNvGrpSpPr/>
          <p:nvPr/>
        </p:nvGrpSpPr>
        <p:grpSpPr>
          <a:xfrm>
            <a:off x="2181740" y="3135863"/>
            <a:ext cx="358229" cy="358199"/>
            <a:chOff x="-46401050" y="2333325"/>
            <a:chExt cx="300125" cy="300100"/>
          </a:xfrm>
        </p:grpSpPr>
        <p:sp>
          <p:nvSpPr>
            <p:cNvPr id="10936" name="Google Shape;10936;p90"/>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90"/>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90"/>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90"/>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0" name="Google Shape;10940;p90"/>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1" name="Google Shape;10941;p90"/>
          <p:cNvGrpSpPr/>
          <p:nvPr/>
        </p:nvGrpSpPr>
        <p:grpSpPr>
          <a:xfrm>
            <a:off x="3961830" y="3146218"/>
            <a:ext cx="359154" cy="359124"/>
            <a:chOff x="-44914800" y="2342000"/>
            <a:chExt cx="300900" cy="300875"/>
          </a:xfrm>
        </p:grpSpPr>
        <p:sp>
          <p:nvSpPr>
            <p:cNvPr id="10942" name="Google Shape;10942;p90"/>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90"/>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90"/>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5" name="Google Shape;10945;p90"/>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6" name="Google Shape;10946;p90"/>
          <p:cNvGrpSpPr/>
          <p:nvPr/>
        </p:nvGrpSpPr>
        <p:grpSpPr>
          <a:xfrm>
            <a:off x="1735816" y="1758736"/>
            <a:ext cx="359154" cy="357424"/>
            <a:chOff x="-49786250" y="2316650"/>
            <a:chExt cx="300900" cy="299450"/>
          </a:xfrm>
        </p:grpSpPr>
        <p:sp>
          <p:nvSpPr>
            <p:cNvPr id="10947" name="Google Shape;10947;p90"/>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90"/>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90"/>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90"/>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90"/>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90"/>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90"/>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4" name="Google Shape;10954;p90"/>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90"/>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6" name="Google Shape;10956;p90"/>
          <p:cNvGrpSpPr/>
          <p:nvPr/>
        </p:nvGrpSpPr>
        <p:grpSpPr>
          <a:xfrm>
            <a:off x="4033144" y="1788993"/>
            <a:ext cx="230365" cy="359124"/>
            <a:chOff x="-47842400" y="2342000"/>
            <a:chExt cx="193000" cy="300875"/>
          </a:xfrm>
        </p:grpSpPr>
        <p:sp>
          <p:nvSpPr>
            <p:cNvPr id="10957" name="Google Shape;10957;p90"/>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90"/>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90"/>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0" name="Google Shape;10960;p90"/>
          <p:cNvGrpSpPr/>
          <p:nvPr/>
        </p:nvGrpSpPr>
        <p:grpSpPr>
          <a:xfrm>
            <a:off x="3969212" y="2236452"/>
            <a:ext cx="358229" cy="359154"/>
            <a:chOff x="-47896750" y="2710600"/>
            <a:chExt cx="300125" cy="300900"/>
          </a:xfrm>
        </p:grpSpPr>
        <p:sp>
          <p:nvSpPr>
            <p:cNvPr id="10961" name="Google Shape;10961;p90"/>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90"/>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90"/>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90"/>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5" name="Google Shape;10965;p90"/>
          <p:cNvGrpSpPr/>
          <p:nvPr/>
        </p:nvGrpSpPr>
        <p:grpSpPr>
          <a:xfrm>
            <a:off x="2624852" y="2710009"/>
            <a:ext cx="359154" cy="314991"/>
            <a:chOff x="-46033225" y="1982825"/>
            <a:chExt cx="300900" cy="263900"/>
          </a:xfrm>
        </p:grpSpPr>
        <p:sp>
          <p:nvSpPr>
            <p:cNvPr id="10966" name="Google Shape;10966;p90"/>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90"/>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90"/>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9" name="Google Shape;10969;p90"/>
          <p:cNvGrpSpPr/>
          <p:nvPr/>
        </p:nvGrpSpPr>
        <p:grpSpPr>
          <a:xfrm>
            <a:off x="2621569" y="3137266"/>
            <a:ext cx="365719" cy="326151"/>
            <a:chOff x="-46034000" y="2334500"/>
            <a:chExt cx="306400" cy="273250"/>
          </a:xfrm>
        </p:grpSpPr>
        <p:sp>
          <p:nvSpPr>
            <p:cNvPr id="10970" name="Google Shape;10970;p90"/>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90"/>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90"/>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3" name="Google Shape;10973;p90"/>
          <p:cNvGrpSpPr/>
          <p:nvPr/>
        </p:nvGrpSpPr>
        <p:grpSpPr>
          <a:xfrm>
            <a:off x="2667627" y="3591655"/>
            <a:ext cx="273603" cy="356439"/>
            <a:chOff x="-45998575" y="2702625"/>
            <a:chExt cx="229225" cy="298625"/>
          </a:xfrm>
        </p:grpSpPr>
        <p:sp>
          <p:nvSpPr>
            <p:cNvPr id="10974" name="Google Shape;10974;p90"/>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90"/>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90"/>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90"/>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90"/>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90"/>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90"/>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90"/>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90"/>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3" name="Google Shape;10983;p90"/>
          <p:cNvGrpSpPr/>
          <p:nvPr/>
        </p:nvGrpSpPr>
        <p:grpSpPr>
          <a:xfrm>
            <a:off x="2203197" y="2205419"/>
            <a:ext cx="314961" cy="361034"/>
            <a:chOff x="-49398750" y="2684600"/>
            <a:chExt cx="263875" cy="302475"/>
          </a:xfrm>
        </p:grpSpPr>
        <p:sp>
          <p:nvSpPr>
            <p:cNvPr id="10984" name="Google Shape;10984;p90"/>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90"/>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90"/>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7" name="Google Shape;10987;p90"/>
          <p:cNvGrpSpPr/>
          <p:nvPr/>
        </p:nvGrpSpPr>
        <p:grpSpPr>
          <a:xfrm>
            <a:off x="873121" y="2699684"/>
            <a:ext cx="314006" cy="359154"/>
            <a:chOff x="-47509225" y="1974175"/>
            <a:chExt cx="263075" cy="300900"/>
          </a:xfrm>
        </p:grpSpPr>
        <p:sp>
          <p:nvSpPr>
            <p:cNvPr id="10988" name="Google Shape;10988;p90"/>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90"/>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90"/>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90"/>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90"/>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3" name="Google Shape;10993;p90"/>
          <p:cNvGrpSpPr/>
          <p:nvPr/>
        </p:nvGrpSpPr>
        <p:grpSpPr>
          <a:xfrm>
            <a:off x="849622" y="3146218"/>
            <a:ext cx="361004" cy="357961"/>
            <a:chOff x="-47529700" y="2342000"/>
            <a:chExt cx="302450" cy="299900"/>
          </a:xfrm>
        </p:grpSpPr>
        <p:sp>
          <p:nvSpPr>
            <p:cNvPr id="10994" name="Google Shape;10994;p90"/>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90"/>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6" name="Google Shape;10996;p90"/>
          <p:cNvGrpSpPr/>
          <p:nvPr/>
        </p:nvGrpSpPr>
        <p:grpSpPr>
          <a:xfrm>
            <a:off x="851025" y="3645367"/>
            <a:ext cx="358199" cy="272648"/>
            <a:chOff x="-47527350" y="2747625"/>
            <a:chExt cx="300100" cy="228425"/>
          </a:xfrm>
        </p:grpSpPr>
        <p:sp>
          <p:nvSpPr>
            <p:cNvPr id="10997" name="Google Shape;10997;p90"/>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90"/>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90"/>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90"/>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90"/>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90"/>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3" name="Google Shape;11003;p90"/>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4" name="Google Shape;11004;p90"/>
          <p:cNvGrpSpPr/>
          <p:nvPr/>
        </p:nvGrpSpPr>
        <p:grpSpPr>
          <a:xfrm>
            <a:off x="3073924" y="3158422"/>
            <a:ext cx="358229" cy="314961"/>
            <a:chOff x="-45664625" y="2352225"/>
            <a:chExt cx="300125" cy="263875"/>
          </a:xfrm>
        </p:grpSpPr>
        <p:sp>
          <p:nvSpPr>
            <p:cNvPr id="11005" name="Google Shape;11005;p90"/>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90"/>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90"/>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90"/>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90"/>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90"/>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90"/>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2" name="Google Shape;11012;p90"/>
          <p:cNvGrpSpPr/>
          <p:nvPr/>
        </p:nvGrpSpPr>
        <p:grpSpPr>
          <a:xfrm>
            <a:off x="3073103" y="3592401"/>
            <a:ext cx="359870" cy="357573"/>
            <a:chOff x="-45665400" y="2703250"/>
            <a:chExt cx="301500" cy="299575"/>
          </a:xfrm>
        </p:grpSpPr>
        <p:sp>
          <p:nvSpPr>
            <p:cNvPr id="11013" name="Google Shape;11013;p90"/>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90"/>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90"/>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90"/>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90"/>
          <p:cNvGrpSpPr/>
          <p:nvPr/>
        </p:nvGrpSpPr>
        <p:grpSpPr>
          <a:xfrm>
            <a:off x="2174760" y="4033337"/>
            <a:ext cx="359154" cy="360109"/>
            <a:chOff x="-44528075" y="1982825"/>
            <a:chExt cx="300900" cy="301700"/>
          </a:xfrm>
        </p:grpSpPr>
        <p:sp>
          <p:nvSpPr>
            <p:cNvPr id="11018" name="Google Shape;11018;p90"/>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90"/>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90"/>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90"/>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90"/>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90"/>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90"/>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5" name="Google Shape;11025;p90"/>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6" name="Google Shape;11026;p90"/>
          <p:cNvGrpSpPr/>
          <p:nvPr/>
        </p:nvGrpSpPr>
        <p:grpSpPr>
          <a:xfrm>
            <a:off x="2625923" y="1758885"/>
            <a:ext cx="358199" cy="358229"/>
            <a:chOff x="-49048250" y="2316775"/>
            <a:chExt cx="300100" cy="300125"/>
          </a:xfrm>
        </p:grpSpPr>
        <p:sp>
          <p:nvSpPr>
            <p:cNvPr id="11027" name="Google Shape;11027;p90"/>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90"/>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90"/>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90"/>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1" name="Google Shape;11031;p90"/>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2" name="Google Shape;11032;p90"/>
          <p:cNvGrpSpPr/>
          <p:nvPr/>
        </p:nvGrpSpPr>
        <p:grpSpPr>
          <a:xfrm>
            <a:off x="1290494" y="2699684"/>
            <a:ext cx="360109" cy="358199"/>
            <a:chOff x="-47160325" y="1974175"/>
            <a:chExt cx="301700" cy="300100"/>
          </a:xfrm>
        </p:grpSpPr>
        <p:sp>
          <p:nvSpPr>
            <p:cNvPr id="11033" name="Google Shape;11033;p90"/>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90"/>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5" name="Google Shape;11035;p90"/>
          <p:cNvGrpSpPr/>
          <p:nvPr/>
        </p:nvGrpSpPr>
        <p:grpSpPr>
          <a:xfrm>
            <a:off x="1290971" y="3146218"/>
            <a:ext cx="359154" cy="359124"/>
            <a:chOff x="-47159525" y="2342000"/>
            <a:chExt cx="300900" cy="300875"/>
          </a:xfrm>
        </p:grpSpPr>
        <p:sp>
          <p:nvSpPr>
            <p:cNvPr id="11036" name="Google Shape;11036;p90"/>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90"/>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90"/>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90"/>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90"/>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1" name="Google Shape;11041;p90"/>
          <p:cNvGrpSpPr/>
          <p:nvPr/>
        </p:nvGrpSpPr>
        <p:grpSpPr>
          <a:xfrm>
            <a:off x="1291448" y="3603054"/>
            <a:ext cx="358199" cy="359154"/>
            <a:chOff x="-47157950" y="2712175"/>
            <a:chExt cx="300100" cy="300900"/>
          </a:xfrm>
        </p:grpSpPr>
        <p:sp>
          <p:nvSpPr>
            <p:cNvPr id="11042" name="Google Shape;11042;p90"/>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90"/>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90"/>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90"/>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90"/>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90"/>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90"/>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90"/>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90"/>
          <p:cNvGrpSpPr/>
          <p:nvPr/>
        </p:nvGrpSpPr>
        <p:grpSpPr>
          <a:xfrm>
            <a:off x="3535175" y="3135863"/>
            <a:ext cx="315886" cy="358199"/>
            <a:chOff x="-45278675" y="2333325"/>
            <a:chExt cx="264650" cy="300100"/>
          </a:xfrm>
        </p:grpSpPr>
        <p:sp>
          <p:nvSpPr>
            <p:cNvPr id="11051" name="Google Shape;11051;p90"/>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90"/>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90"/>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90"/>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90"/>
          <p:cNvGrpSpPr/>
          <p:nvPr/>
        </p:nvGrpSpPr>
        <p:grpSpPr>
          <a:xfrm>
            <a:off x="3545500" y="3590820"/>
            <a:ext cx="295237" cy="358229"/>
            <a:chOff x="-45270025" y="2701925"/>
            <a:chExt cx="247350" cy="300125"/>
          </a:xfrm>
        </p:grpSpPr>
        <p:sp>
          <p:nvSpPr>
            <p:cNvPr id="11056" name="Google Shape;11056;p90"/>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90"/>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90"/>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90"/>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0" name="Google Shape;11060;p90"/>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1" name="Google Shape;11061;p90"/>
          <p:cNvGrpSpPr/>
          <p:nvPr/>
        </p:nvGrpSpPr>
        <p:grpSpPr>
          <a:xfrm>
            <a:off x="2209567" y="1743737"/>
            <a:ext cx="307444" cy="366556"/>
            <a:chOff x="2209567" y="1972337"/>
            <a:chExt cx="307444" cy="366556"/>
          </a:xfrm>
        </p:grpSpPr>
        <p:sp>
          <p:nvSpPr>
            <p:cNvPr id="11062" name="Google Shape;11062;p90"/>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90"/>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90"/>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5" name="Google Shape;11065;p90"/>
            <p:cNvGrpSpPr/>
            <p:nvPr/>
          </p:nvGrpSpPr>
          <p:grpSpPr>
            <a:xfrm>
              <a:off x="2209567" y="2078266"/>
              <a:ext cx="307444" cy="260626"/>
              <a:chOff x="1636184" y="2959225"/>
              <a:chExt cx="232666" cy="197250"/>
            </a:xfrm>
          </p:grpSpPr>
          <p:sp>
            <p:nvSpPr>
              <p:cNvPr id="11066" name="Google Shape;11066;p90"/>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90"/>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90"/>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txBody>
              <a:bodyPr/>
              <a:lstStyle/>
              <a:p>
                <a:endParaRPr lang="en-US"/>
              </a:p>
            </p:txBody>
          </p:sp>
          <p:sp>
            <p:nvSpPr>
              <p:cNvPr id="11069" name="Google Shape;11069;p90"/>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txBody>
              <a:bodyPr/>
              <a:lstStyle/>
              <a:p>
                <a:endParaRPr lang="en-US"/>
              </a:p>
            </p:txBody>
          </p:sp>
        </p:grpSp>
      </p:grpSp>
      <p:grpSp>
        <p:nvGrpSpPr>
          <p:cNvPr id="11070" name="Google Shape;11070;p90"/>
          <p:cNvGrpSpPr/>
          <p:nvPr/>
        </p:nvGrpSpPr>
        <p:grpSpPr>
          <a:xfrm>
            <a:off x="3577265" y="2235011"/>
            <a:ext cx="258542" cy="365154"/>
            <a:chOff x="-47300587" y="123275"/>
            <a:chExt cx="190975" cy="269725"/>
          </a:xfrm>
        </p:grpSpPr>
        <p:sp>
          <p:nvSpPr>
            <p:cNvPr id="11071" name="Google Shape;11071;p90"/>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90"/>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90"/>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90"/>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90"/>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90"/>
          <p:cNvGrpSpPr/>
          <p:nvPr/>
        </p:nvGrpSpPr>
        <p:grpSpPr>
          <a:xfrm>
            <a:off x="4870788" y="1304201"/>
            <a:ext cx="342328" cy="339793"/>
            <a:chOff x="-13966675" y="1639700"/>
            <a:chExt cx="354450" cy="351825"/>
          </a:xfrm>
        </p:grpSpPr>
        <p:sp>
          <p:nvSpPr>
            <p:cNvPr id="11077" name="Google Shape;11077;p90"/>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90"/>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90"/>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90"/>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90"/>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2" name="Google Shape;11082;p90"/>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90"/>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4" name="Google Shape;11084;p90"/>
          <p:cNvGrpSpPr/>
          <p:nvPr/>
        </p:nvGrpSpPr>
        <p:grpSpPr>
          <a:xfrm>
            <a:off x="6667277" y="1303887"/>
            <a:ext cx="340034" cy="340420"/>
            <a:chOff x="-12199250" y="1662675"/>
            <a:chExt cx="352075" cy="352475"/>
          </a:xfrm>
        </p:grpSpPr>
        <p:sp>
          <p:nvSpPr>
            <p:cNvPr id="11085" name="Google Shape;11085;p90"/>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90"/>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90"/>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90"/>
          <p:cNvGrpSpPr/>
          <p:nvPr/>
        </p:nvGrpSpPr>
        <p:grpSpPr>
          <a:xfrm>
            <a:off x="6666130" y="1710754"/>
            <a:ext cx="342328" cy="342328"/>
            <a:chOff x="-12199250" y="2096250"/>
            <a:chExt cx="354450" cy="354450"/>
          </a:xfrm>
        </p:grpSpPr>
        <p:sp>
          <p:nvSpPr>
            <p:cNvPr id="11089" name="Google Shape;11089;p90"/>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90"/>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1" name="Google Shape;11091;p90"/>
          <p:cNvGrpSpPr/>
          <p:nvPr/>
        </p:nvGrpSpPr>
        <p:grpSpPr>
          <a:xfrm>
            <a:off x="6667277" y="2119708"/>
            <a:ext cx="340034" cy="341579"/>
            <a:chOff x="-12199250" y="2530225"/>
            <a:chExt cx="352075" cy="353675"/>
          </a:xfrm>
        </p:grpSpPr>
        <p:sp>
          <p:nvSpPr>
            <p:cNvPr id="11092" name="Google Shape;11092;p90"/>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90"/>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90"/>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90"/>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6" name="Google Shape;11096;p90"/>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7" name="Google Shape;11097;p90"/>
          <p:cNvGrpSpPr/>
          <p:nvPr/>
        </p:nvGrpSpPr>
        <p:grpSpPr>
          <a:xfrm>
            <a:off x="4870788" y="2959488"/>
            <a:ext cx="342328" cy="339310"/>
            <a:chOff x="-10462550" y="2057650"/>
            <a:chExt cx="354450" cy="351325"/>
          </a:xfrm>
        </p:grpSpPr>
        <p:sp>
          <p:nvSpPr>
            <p:cNvPr id="11098" name="Google Shape;11098;p90"/>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90"/>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00" name="Google Shape;11100;p90"/>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1" name="Google Shape;11101;p90"/>
          <p:cNvGrpSpPr/>
          <p:nvPr/>
        </p:nvGrpSpPr>
        <p:grpSpPr>
          <a:xfrm>
            <a:off x="6649772" y="2551051"/>
            <a:ext cx="375044" cy="340541"/>
            <a:chOff x="-8692750" y="1622100"/>
            <a:chExt cx="388325" cy="352600"/>
          </a:xfrm>
        </p:grpSpPr>
        <p:sp>
          <p:nvSpPr>
            <p:cNvPr id="11102" name="Google Shape;11102;p90"/>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90"/>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4" name="Google Shape;11104;p90"/>
          <p:cNvGrpSpPr/>
          <p:nvPr/>
        </p:nvGrpSpPr>
        <p:grpSpPr>
          <a:xfrm>
            <a:off x="5304253" y="1303307"/>
            <a:ext cx="341555" cy="341579"/>
            <a:chOff x="-13529550" y="1639425"/>
            <a:chExt cx="353650" cy="353675"/>
          </a:xfrm>
        </p:grpSpPr>
        <p:sp>
          <p:nvSpPr>
            <p:cNvPr id="11105" name="Google Shape;11105;p90"/>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90"/>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90"/>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90"/>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90"/>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90"/>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90"/>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90"/>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90"/>
          <p:cNvGrpSpPr/>
          <p:nvPr/>
        </p:nvGrpSpPr>
        <p:grpSpPr>
          <a:xfrm>
            <a:off x="5303106" y="1711889"/>
            <a:ext cx="343849" cy="340058"/>
            <a:chOff x="-13531925" y="2075775"/>
            <a:chExt cx="356025" cy="352100"/>
          </a:xfrm>
        </p:grpSpPr>
        <p:sp>
          <p:nvSpPr>
            <p:cNvPr id="11114" name="Google Shape;11114;p90"/>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90"/>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90"/>
          <p:cNvGrpSpPr/>
          <p:nvPr/>
        </p:nvGrpSpPr>
        <p:grpSpPr>
          <a:xfrm>
            <a:off x="5304627" y="2120094"/>
            <a:ext cx="340807" cy="340807"/>
            <a:chOff x="-13528775" y="2507400"/>
            <a:chExt cx="352875" cy="352875"/>
          </a:xfrm>
        </p:grpSpPr>
        <p:sp>
          <p:nvSpPr>
            <p:cNvPr id="11117" name="Google Shape;11117;p90"/>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90"/>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90"/>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0" name="Google Shape;11120;p90"/>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90"/>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2" name="Google Shape;11122;p90"/>
          <p:cNvGrpSpPr/>
          <p:nvPr/>
        </p:nvGrpSpPr>
        <p:grpSpPr>
          <a:xfrm>
            <a:off x="7140133" y="2119708"/>
            <a:ext cx="308090" cy="341579"/>
            <a:chOff x="-11747150" y="2530225"/>
            <a:chExt cx="319000" cy="353675"/>
          </a:xfrm>
        </p:grpSpPr>
        <p:sp>
          <p:nvSpPr>
            <p:cNvPr id="11123" name="Google Shape;11123;p90"/>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90"/>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90"/>
          <p:cNvGrpSpPr/>
          <p:nvPr/>
        </p:nvGrpSpPr>
        <p:grpSpPr>
          <a:xfrm>
            <a:off x="5304627" y="2550919"/>
            <a:ext cx="340807" cy="340807"/>
            <a:chOff x="-10027775" y="1622900"/>
            <a:chExt cx="352875" cy="352875"/>
          </a:xfrm>
        </p:grpSpPr>
        <p:sp>
          <p:nvSpPr>
            <p:cNvPr id="11126" name="Google Shape;11126;p90"/>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90"/>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90"/>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90"/>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90"/>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90"/>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2" name="Google Shape;11132;p90"/>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3" name="Google Shape;11133;p90"/>
          <p:cNvGrpSpPr/>
          <p:nvPr/>
        </p:nvGrpSpPr>
        <p:grpSpPr>
          <a:xfrm>
            <a:off x="8031595" y="2576583"/>
            <a:ext cx="322553" cy="342328"/>
            <a:chOff x="-10019125" y="2490075"/>
            <a:chExt cx="333975" cy="354450"/>
          </a:xfrm>
        </p:grpSpPr>
        <p:sp>
          <p:nvSpPr>
            <p:cNvPr id="11134" name="Google Shape;11134;p90"/>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90"/>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90"/>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90"/>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8" name="Google Shape;11138;p90"/>
          <p:cNvGrpSpPr/>
          <p:nvPr/>
        </p:nvGrpSpPr>
        <p:grpSpPr>
          <a:xfrm>
            <a:off x="6661180" y="2957593"/>
            <a:ext cx="352227" cy="343100"/>
            <a:chOff x="-8684100" y="2032450"/>
            <a:chExt cx="364700" cy="355250"/>
          </a:xfrm>
        </p:grpSpPr>
        <p:sp>
          <p:nvSpPr>
            <p:cNvPr id="11139" name="Google Shape;11139;p90"/>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90"/>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90"/>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2" name="Google Shape;11142;p90"/>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3" name="Google Shape;11143;p90"/>
          <p:cNvGrpSpPr/>
          <p:nvPr/>
        </p:nvGrpSpPr>
        <p:grpSpPr>
          <a:xfrm>
            <a:off x="5752039" y="1711056"/>
            <a:ext cx="343849" cy="341724"/>
            <a:chOff x="-13095575" y="2073400"/>
            <a:chExt cx="356025" cy="353825"/>
          </a:xfrm>
        </p:grpSpPr>
        <p:sp>
          <p:nvSpPr>
            <p:cNvPr id="11144" name="Google Shape;11144;p90"/>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90"/>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90"/>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90"/>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90"/>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90"/>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90"/>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90"/>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2" name="Google Shape;11152;p90"/>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3" name="Google Shape;11153;p90"/>
          <p:cNvGrpSpPr/>
          <p:nvPr/>
        </p:nvGrpSpPr>
        <p:grpSpPr>
          <a:xfrm>
            <a:off x="7576787" y="1302885"/>
            <a:ext cx="343100" cy="342424"/>
            <a:chOff x="-11332875" y="1660700"/>
            <a:chExt cx="355250" cy="354550"/>
          </a:xfrm>
        </p:grpSpPr>
        <p:sp>
          <p:nvSpPr>
            <p:cNvPr id="11154" name="Google Shape;11154;p90"/>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90"/>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90"/>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90"/>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8" name="Google Shape;11158;p90"/>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90"/>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0" name="Google Shape;11160;p90"/>
          <p:cNvGrpSpPr/>
          <p:nvPr/>
        </p:nvGrpSpPr>
        <p:grpSpPr>
          <a:xfrm>
            <a:off x="5774096" y="2549397"/>
            <a:ext cx="299736" cy="343849"/>
            <a:chOff x="-9570950" y="1622100"/>
            <a:chExt cx="310350" cy="356025"/>
          </a:xfrm>
        </p:grpSpPr>
        <p:sp>
          <p:nvSpPr>
            <p:cNvPr id="11161" name="Google Shape;11161;p90"/>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90"/>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3" name="Google Shape;11163;p90"/>
          <p:cNvGrpSpPr/>
          <p:nvPr/>
        </p:nvGrpSpPr>
        <p:grpSpPr>
          <a:xfrm>
            <a:off x="5752800" y="2958353"/>
            <a:ext cx="342328" cy="341579"/>
            <a:chOff x="-9594575" y="2056875"/>
            <a:chExt cx="354450" cy="353675"/>
          </a:xfrm>
        </p:grpSpPr>
        <p:sp>
          <p:nvSpPr>
            <p:cNvPr id="11164" name="Google Shape;11164;p90"/>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90"/>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90"/>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7" name="Google Shape;11167;p90"/>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8" name="Google Shape;11168;p90"/>
          <p:cNvGrpSpPr/>
          <p:nvPr/>
        </p:nvGrpSpPr>
        <p:grpSpPr>
          <a:xfrm>
            <a:off x="6208482" y="1303693"/>
            <a:ext cx="342328" cy="340807"/>
            <a:chOff x="-12661600" y="1640225"/>
            <a:chExt cx="354450" cy="352875"/>
          </a:xfrm>
        </p:grpSpPr>
        <p:sp>
          <p:nvSpPr>
            <p:cNvPr id="11169" name="Google Shape;11169;p90"/>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90"/>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90"/>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2" name="Google Shape;11172;p90"/>
          <p:cNvGrpSpPr/>
          <p:nvPr/>
        </p:nvGrpSpPr>
        <p:grpSpPr>
          <a:xfrm>
            <a:off x="6208857" y="1732231"/>
            <a:ext cx="341579" cy="299374"/>
            <a:chOff x="-12660025" y="2096250"/>
            <a:chExt cx="353675" cy="309975"/>
          </a:xfrm>
        </p:grpSpPr>
        <p:sp>
          <p:nvSpPr>
            <p:cNvPr id="11173" name="Google Shape;11173;p90"/>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90"/>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90"/>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90"/>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90"/>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90"/>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9" name="Google Shape;11179;p90"/>
          <p:cNvGrpSpPr/>
          <p:nvPr/>
        </p:nvGrpSpPr>
        <p:grpSpPr>
          <a:xfrm>
            <a:off x="6207335" y="2119527"/>
            <a:ext cx="344622" cy="341941"/>
            <a:chOff x="-12663175" y="2506800"/>
            <a:chExt cx="356825" cy="354050"/>
          </a:xfrm>
        </p:grpSpPr>
        <p:sp>
          <p:nvSpPr>
            <p:cNvPr id="11180" name="Google Shape;11180;p90"/>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90"/>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90"/>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90"/>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4" name="Google Shape;11184;p90"/>
          <p:cNvGrpSpPr/>
          <p:nvPr/>
        </p:nvGrpSpPr>
        <p:grpSpPr>
          <a:xfrm>
            <a:off x="8022468" y="1303307"/>
            <a:ext cx="340807" cy="341579"/>
            <a:chOff x="-10896525" y="1663050"/>
            <a:chExt cx="352875" cy="353675"/>
          </a:xfrm>
        </p:grpSpPr>
        <p:sp>
          <p:nvSpPr>
            <p:cNvPr id="11185" name="Google Shape;11185;p90"/>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90"/>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7" name="Google Shape;11187;p90"/>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8" name="Google Shape;11188;p90"/>
          <p:cNvGrpSpPr/>
          <p:nvPr/>
        </p:nvGrpSpPr>
        <p:grpSpPr>
          <a:xfrm>
            <a:off x="8022082" y="2130742"/>
            <a:ext cx="341579" cy="319511"/>
            <a:chOff x="-10898100" y="2542050"/>
            <a:chExt cx="353675" cy="330825"/>
          </a:xfrm>
        </p:grpSpPr>
        <p:sp>
          <p:nvSpPr>
            <p:cNvPr id="11189" name="Google Shape;11189;p90"/>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90"/>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90"/>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90"/>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90"/>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90"/>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5" name="Google Shape;11195;p90"/>
          <p:cNvGrpSpPr/>
          <p:nvPr/>
        </p:nvGrpSpPr>
        <p:grpSpPr>
          <a:xfrm>
            <a:off x="6209617" y="2551607"/>
            <a:ext cx="340058" cy="339430"/>
            <a:chOff x="-9157450" y="1622750"/>
            <a:chExt cx="352100" cy="351450"/>
          </a:xfrm>
        </p:grpSpPr>
        <p:sp>
          <p:nvSpPr>
            <p:cNvPr id="11196" name="Google Shape;11196;p90"/>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90"/>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90"/>
          <p:cNvGrpSpPr/>
          <p:nvPr/>
        </p:nvGrpSpPr>
        <p:grpSpPr>
          <a:xfrm>
            <a:off x="6247658" y="2959874"/>
            <a:ext cx="263977" cy="338537"/>
            <a:chOff x="-9119650" y="2056875"/>
            <a:chExt cx="273325" cy="350525"/>
          </a:xfrm>
        </p:grpSpPr>
        <p:sp>
          <p:nvSpPr>
            <p:cNvPr id="11199" name="Google Shape;11199;p90"/>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90"/>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1" name="Google Shape;11201;p90"/>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90"/>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3" name="Google Shape;11203;p90"/>
          <p:cNvGrpSpPr/>
          <p:nvPr/>
        </p:nvGrpSpPr>
        <p:grpSpPr>
          <a:xfrm>
            <a:off x="7576790" y="2989279"/>
            <a:ext cx="343094" cy="341569"/>
            <a:chOff x="6001575" y="3119050"/>
            <a:chExt cx="315025" cy="313625"/>
          </a:xfrm>
        </p:grpSpPr>
        <p:sp>
          <p:nvSpPr>
            <p:cNvPr id="11204" name="Google Shape;11204;p90"/>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90"/>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209"/>
        <p:cNvGrpSpPr/>
        <p:nvPr/>
      </p:nvGrpSpPr>
      <p:grpSpPr>
        <a:xfrm>
          <a:off x="0" y="0"/>
          <a:ext cx="0" cy="0"/>
          <a:chOff x="0" y="0"/>
          <a:chExt cx="0" cy="0"/>
        </a:xfrm>
      </p:grpSpPr>
      <p:sp>
        <p:nvSpPr>
          <p:cNvPr id="11210" name="Google Shape;11210;p91"/>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1" name="Google Shape;11211;p91"/>
          <p:cNvGrpSpPr/>
          <p:nvPr/>
        </p:nvGrpSpPr>
        <p:grpSpPr>
          <a:xfrm>
            <a:off x="845233" y="2273195"/>
            <a:ext cx="476329" cy="476213"/>
            <a:chOff x="-21298675" y="2414425"/>
            <a:chExt cx="306400" cy="306325"/>
          </a:xfrm>
        </p:grpSpPr>
        <p:sp>
          <p:nvSpPr>
            <p:cNvPr id="11212" name="Google Shape;11212;p91"/>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91"/>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91"/>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5" name="Google Shape;11215;p91"/>
          <p:cNvGrpSpPr/>
          <p:nvPr/>
        </p:nvGrpSpPr>
        <p:grpSpPr>
          <a:xfrm>
            <a:off x="844611" y="2865128"/>
            <a:ext cx="477573" cy="445432"/>
            <a:chOff x="-21299475" y="2798025"/>
            <a:chExt cx="307200" cy="286525"/>
          </a:xfrm>
        </p:grpSpPr>
        <p:sp>
          <p:nvSpPr>
            <p:cNvPr id="11216" name="Google Shape;11216;p91"/>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91"/>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91"/>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91"/>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91"/>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91"/>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91"/>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91"/>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91"/>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91"/>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91"/>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91"/>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28" name="Google Shape;11228;p91"/>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91"/>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91"/>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1" name="Google Shape;11231;p91"/>
          <p:cNvGrpSpPr/>
          <p:nvPr/>
        </p:nvGrpSpPr>
        <p:grpSpPr>
          <a:xfrm>
            <a:off x="6713966" y="1688917"/>
            <a:ext cx="413912" cy="472676"/>
            <a:chOff x="-17545650" y="2051350"/>
            <a:chExt cx="266250" cy="304050"/>
          </a:xfrm>
        </p:grpSpPr>
        <p:sp>
          <p:nvSpPr>
            <p:cNvPr id="11232" name="Google Shape;11232;p91"/>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91"/>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91"/>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91"/>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91"/>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91"/>
          <p:cNvGrpSpPr/>
          <p:nvPr/>
        </p:nvGrpSpPr>
        <p:grpSpPr>
          <a:xfrm>
            <a:off x="6684584" y="2865574"/>
            <a:ext cx="472676" cy="444538"/>
            <a:chOff x="-17565350" y="2809825"/>
            <a:chExt cx="304050" cy="285950"/>
          </a:xfrm>
        </p:grpSpPr>
        <p:sp>
          <p:nvSpPr>
            <p:cNvPr id="11238" name="Google Shape;11238;p91"/>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91"/>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91"/>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91"/>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91"/>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3" name="Google Shape;11243;p91"/>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91"/>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91"/>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6" name="Google Shape;11246;p91"/>
          <p:cNvGrpSpPr/>
          <p:nvPr/>
        </p:nvGrpSpPr>
        <p:grpSpPr>
          <a:xfrm>
            <a:off x="1457493" y="2850904"/>
            <a:ext cx="416283" cy="473881"/>
            <a:chOff x="-20904875" y="2788575"/>
            <a:chExt cx="267775" cy="304825"/>
          </a:xfrm>
        </p:grpSpPr>
        <p:sp>
          <p:nvSpPr>
            <p:cNvPr id="11247" name="Google Shape;11247;p91"/>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91"/>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9" name="Google Shape;11249;p91"/>
          <p:cNvGrpSpPr/>
          <p:nvPr/>
        </p:nvGrpSpPr>
        <p:grpSpPr>
          <a:xfrm>
            <a:off x="4397908" y="2275564"/>
            <a:ext cx="360045" cy="471471"/>
            <a:chOff x="-19006700" y="2434925"/>
            <a:chExt cx="231600" cy="303275"/>
          </a:xfrm>
        </p:grpSpPr>
        <p:sp>
          <p:nvSpPr>
            <p:cNvPr id="11250" name="Google Shape;11250;p91"/>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91"/>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91"/>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91"/>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4" name="Google Shape;11254;p91"/>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91"/>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6" name="Google Shape;11256;p91"/>
          <p:cNvGrpSpPr/>
          <p:nvPr/>
        </p:nvGrpSpPr>
        <p:grpSpPr>
          <a:xfrm>
            <a:off x="7276507" y="2289051"/>
            <a:ext cx="473881" cy="444499"/>
            <a:chOff x="-17190425" y="2435725"/>
            <a:chExt cx="304825" cy="285925"/>
          </a:xfrm>
        </p:grpSpPr>
        <p:sp>
          <p:nvSpPr>
            <p:cNvPr id="11257" name="Google Shape;11257;p91"/>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91"/>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91"/>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0" name="Google Shape;11260;p91"/>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1" name="Google Shape;11261;p91"/>
          <p:cNvGrpSpPr/>
          <p:nvPr/>
        </p:nvGrpSpPr>
        <p:grpSpPr>
          <a:xfrm>
            <a:off x="4931233" y="3444650"/>
            <a:ext cx="476329" cy="475086"/>
            <a:chOff x="-15719925" y="2416825"/>
            <a:chExt cx="306400" cy="305600"/>
          </a:xfrm>
        </p:grpSpPr>
        <p:sp>
          <p:nvSpPr>
            <p:cNvPr id="11262" name="Google Shape;11262;p91"/>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91"/>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91"/>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5" name="Google Shape;11265;p91"/>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91"/>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7" name="Google Shape;11267;p91"/>
          <p:cNvGrpSpPr/>
          <p:nvPr/>
        </p:nvGrpSpPr>
        <p:grpSpPr>
          <a:xfrm>
            <a:off x="2017527" y="2851506"/>
            <a:ext cx="479983" cy="472676"/>
            <a:chOff x="-20550425" y="2789350"/>
            <a:chExt cx="308750" cy="304050"/>
          </a:xfrm>
        </p:grpSpPr>
        <p:sp>
          <p:nvSpPr>
            <p:cNvPr id="11268" name="Google Shape;11268;p91"/>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91"/>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91"/>
          <p:cNvGrpSpPr/>
          <p:nvPr/>
        </p:nvGrpSpPr>
        <p:grpSpPr>
          <a:xfrm>
            <a:off x="4932894" y="1688158"/>
            <a:ext cx="473920" cy="474192"/>
            <a:chOff x="-18666450" y="2059825"/>
            <a:chExt cx="304850" cy="305025"/>
          </a:xfrm>
        </p:grpSpPr>
        <p:sp>
          <p:nvSpPr>
            <p:cNvPr id="11271" name="Google Shape;11271;p91"/>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91"/>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91"/>
          <p:cNvGrpSpPr/>
          <p:nvPr/>
        </p:nvGrpSpPr>
        <p:grpSpPr>
          <a:xfrm>
            <a:off x="4932292" y="2275584"/>
            <a:ext cx="475125" cy="471432"/>
            <a:chOff x="-18668025" y="2435725"/>
            <a:chExt cx="305625" cy="303250"/>
          </a:xfrm>
        </p:grpSpPr>
        <p:sp>
          <p:nvSpPr>
            <p:cNvPr id="11274" name="Google Shape;11274;p91"/>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91"/>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91"/>
          <p:cNvGrpSpPr/>
          <p:nvPr/>
        </p:nvGrpSpPr>
        <p:grpSpPr>
          <a:xfrm>
            <a:off x="4931689" y="2850902"/>
            <a:ext cx="476329" cy="473881"/>
            <a:chOff x="-18668800" y="2807475"/>
            <a:chExt cx="306400" cy="304825"/>
          </a:xfrm>
        </p:grpSpPr>
        <p:sp>
          <p:nvSpPr>
            <p:cNvPr id="11277" name="Google Shape;11277;p91"/>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91"/>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91"/>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91"/>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91"/>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91"/>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91"/>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91"/>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91"/>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6" name="Google Shape;11286;p91"/>
          <p:cNvGrpSpPr/>
          <p:nvPr/>
        </p:nvGrpSpPr>
        <p:grpSpPr>
          <a:xfrm>
            <a:off x="7885658" y="1687693"/>
            <a:ext cx="416361" cy="475125"/>
            <a:chOff x="-16798200" y="2050575"/>
            <a:chExt cx="267825" cy="305625"/>
          </a:xfrm>
        </p:grpSpPr>
        <p:sp>
          <p:nvSpPr>
            <p:cNvPr id="11287" name="Google Shape;11287;p91"/>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91"/>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91"/>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91"/>
          <p:cNvGrpSpPr/>
          <p:nvPr/>
        </p:nvGrpSpPr>
        <p:grpSpPr>
          <a:xfrm>
            <a:off x="7856276" y="2852127"/>
            <a:ext cx="475125" cy="471432"/>
            <a:chOff x="-16817100" y="2801175"/>
            <a:chExt cx="305625" cy="303250"/>
          </a:xfrm>
        </p:grpSpPr>
        <p:sp>
          <p:nvSpPr>
            <p:cNvPr id="11291" name="Google Shape;11291;p91"/>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91"/>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91"/>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91"/>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91"/>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91"/>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91"/>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91"/>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9" name="Google Shape;11299;p91"/>
          <p:cNvGrpSpPr/>
          <p:nvPr/>
        </p:nvGrpSpPr>
        <p:grpSpPr>
          <a:xfrm>
            <a:off x="7263396" y="3444614"/>
            <a:ext cx="476329" cy="475125"/>
            <a:chOff x="-15717575" y="2786200"/>
            <a:chExt cx="306400" cy="305625"/>
          </a:xfrm>
        </p:grpSpPr>
        <p:sp>
          <p:nvSpPr>
            <p:cNvPr id="11300" name="Google Shape;11300;p91"/>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91"/>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91"/>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91"/>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91"/>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91"/>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91"/>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7" name="Google Shape;11307;p91"/>
          <p:cNvGrpSpPr/>
          <p:nvPr/>
        </p:nvGrpSpPr>
        <p:grpSpPr>
          <a:xfrm>
            <a:off x="2600969" y="1688296"/>
            <a:ext cx="475125" cy="473920"/>
            <a:chOff x="-20173175" y="2038750"/>
            <a:chExt cx="305625" cy="304850"/>
          </a:xfrm>
        </p:grpSpPr>
        <p:sp>
          <p:nvSpPr>
            <p:cNvPr id="11308" name="Google Shape;11308;p91"/>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91"/>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10" name="Google Shape;11310;p91"/>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1" name="Google Shape;11311;p91"/>
          <p:cNvGrpSpPr/>
          <p:nvPr/>
        </p:nvGrpSpPr>
        <p:grpSpPr>
          <a:xfrm>
            <a:off x="2602193" y="2850282"/>
            <a:ext cx="472676" cy="475125"/>
            <a:chOff x="-20173175" y="2787775"/>
            <a:chExt cx="304050" cy="305625"/>
          </a:xfrm>
        </p:grpSpPr>
        <p:sp>
          <p:nvSpPr>
            <p:cNvPr id="11312" name="Google Shape;11312;p91"/>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91"/>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91"/>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91"/>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91"/>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91"/>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91"/>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9" name="Google Shape;11319;p91"/>
          <p:cNvGrpSpPr/>
          <p:nvPr/>
        </p:nvGrpSpPr>
        <p:grpSpPr>
          <a:xfrm>
            <a:off x="5527177" y="2275564"/>
            <a:ext cx="473881" cy="471471"/>
            <a:chOff x="-18294675" y="2434925"/>
            <a:chExt cx="304825" cy="303275"/>
          </a:xfrm>
        </p:grpSpPr>
        <p:sp>
          <p:nvSpPr>
            <p:cNvPr id="11320" name="Google Shape;11320;p91"/>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91"/>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91"/>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91"/>
          <p:cNvGrpSpPr/>
          <p:nvPr/>
        </p:nvGrpSpPr>
        <p:grpSpPr>
          <a:xfrm>
            <a:off x="5583492" y="2852107"/>
            <a:ext cx="361250" cy="471471"/>
            <a:chOff x="-18258450" y="2809825"/>
            <a:chExt cx="232375" cy="303275"/>
          </a:xfrm>
        </p:grpSpPr>
        <p:sp>
          <p:nvSpPr>
            <p:cNvPr id="11324" name="Google Shape;11324;p91"/>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91"/>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91"/>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7" name="Google Shape;11327;p91"/>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8" name="Google Shape;11328;p91"/>
          <p:cNvGrpSpPr/>
          <p:nvPr/>
        </p:nvGrpSpPr>
        <p:grpSpPr>
          <a:xfrm>
            <a:off x="3793692" y="3445233"/>
            <a:ext cx="415117" cy="473920"/>
            <a:chOff x="-16422500" y="2425450"/>
            <a:chExt cx="267025" cy="304850"/>
          </a:xfrm>
        </p:grpSpPr>
        <p:sp>
          <p:nvSpPr>
            <p:cNvPr id="11329" name="Google Shape;11329;p91"/>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91"/>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91"/>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91"/>
          <p:cNvGrpSpPr/>
          <p:nvPr/>
        </p:nvGrpSpPr>
        <p:grpSpPr>
          <a:xfrm>
            <a:off x="6096453" y="3445838"/>
            <a:ext cx="473920" cy="472676"/>
            <a:chOff x="-16442200" y="2801175"/>
            <a:chExt cx="304850" cy="304050"/>
          </a:xfrm>
        </p:grpSpPr>
        <p:sp>
          <p:nvSpPr>
            <p:cNvPr id="11333" name="Google Shape;11333;p91"/>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91"/>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91"/>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6" name="Google Shape;11336;p91"/>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91"/>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8" name="Google Shape;11338;p91"/>
          <p:cNvGrpSpPr/>
          <p:nvPr/>
        </p:nvGrpSpPr>
        <p:grpSpPr>
          <a:xfrm>
            <a:off x="3172167" y="2276343"/>
            <a:ext cx="481265" cy="469917"/>
            <a:chOff x="-19802200" y="2416025"/>
            <a:chExt cx="309575" cy="302275"/>
          </a:xfrm>
        </p:grpSpPr>
        <p:sp>
          <p:nvSpPr>
            <p:cNvPr id="11339" name="Google Shape;11339;p91"/>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91"/>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91"/>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91"/>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91"/>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91"/>
          <p:cNvGrpSpPr/>
          <p:nvPr/>
        </p:nvGrpSpPr>
        <p:grpSpPr>
          <a:xfrm>
            <a:off x="3175238" y="2851506"/>
            <a:ext cx="475125" cy="472676"/>
            <a:chOff x="-19801400" y="2788575"/>
            <a:chExt cx="305625" cy="304050"/>
          </a:xfrm>
        </p:grpSpPr>
        <p:sp>
          <p:nvSpPr>
            <p:cNvPr id="11345" name="Google Shape;11345;p91"/>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91"/>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91"/>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91"/>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91"/>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91"/>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1" name="Google Shape;11351;p91"/>
          <p:cNvGrpSpPr/>
          <p:nvPr/>
        </p:nvGrpSpPr>
        <p:grpSpPr>
          <a:xfrm>
            <a:off x="6130314" y="1688916"/>
            <a:ext cx="422463" cy="472676"/>
            <a:chOff x="-17903225" y="2060800"/>
            <a:chExt cx="271750" cy="304050"/>
          </a:xfrm>
        </p:grpSpPr>
        <p:sp>
          <p:nvSpPr>
            <p:cNvPr id="11352" name="Google Shape;11352;p91"/>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91"/>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91"/>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91"/>
          <p:cNvGrpSpPr/>
          <p:nvPr/>
        </p:nvGrpSpPr>
        <p:grpSpPr>
          <a:xfrm>
            <a:off x="6104605" y="2274962"/>
            <a:ext cx="473881" cy="472676"/>
            <a:chOff x="-17918975" y="2435725"/>
            <a:chExt cx="304825" cy="304050"/>
          </a:xfrm>
        </p:grpSpPr>
        <p:sp>
          <p:nvSpPr>
            <p:cNvPr id="11356" name="Google Shape;11356;p91"/>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91"/>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8" name="Google Shape;11358;p91"/>
          <p:cNvGrpSpPr/>
          <p:nvPr/>
        </p:nvGrpSpPr>
        <p:grpSpPr>
          <a:xfrm>
            <a:off x="6133365" y="2852729"/>
            <a:ext cx="416361" cy="470228"/>
            <a:chOff x="-17899300" y="2810625"/>
            <a:chExt cx="267825" cy="302475"/>
          </a:xfrm>
        </p:grpSpPr>
        <p:sp>
          <p:nvSpPr>
            <p:cNvPr id="11359" name="Google Shape;11359;p91"/>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91"/>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91"/>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91"/>
          <p:cNvGrpSpPr/>
          <p:nvPr/>
        </p:nvGrpSpPr>
        <p:grpSpPr>
          <a:xfrm>
            <a:off x="2039218" y="3461166"/>
            <a:ext cx="472676" cy="442089"/>
            <a:chOff x="-16066500" y="2060800"/>
            <a:chExt cx="304050" cy="284375"/>
          </a:xfrm>
        </p:grpSpPr>
        <p:sp>
          <p:nvSpPr>
            <p:cNvPr id="11363" name="Google Shape;11363;p91"/>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91"/>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91"/>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91"/>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91"/>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8" name="Google Shape;11368;p91"/>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91"/>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91"/>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1" name="Google Shape;11371;p91"/>
          <p:cNvGrpSpPr/>
          <p:nvPr/>
        </p:nvGrpSpPr>
        <p:grpSpPr>
          <a:xfrm>
            <a:off x="7923925" y="2297751"/>
            <a:ext cx="368362" cy="419314"/>
            <a:chOff x="4995050" y="3245650"/>
            <a:chExt cx="236950" cy="269725"/>
          </a:xfrm>
        </p:grpSpPr>
        <p:sp>
          <p:nvSpPr>
            <p:cNvPr id="11372" name="Google Shape;11372;p91"/>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91"/>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91"/>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5" name="Google Shape;11375;p91"/>
            <p:cNvGrpSpPr/>
            <p:nvPr/>
          </p:nvGrpSpPr>
          <p:grpSpPr>
            <a:xfrm>
              <a:off x="4995050" y="3245650"/>
              <a:ext cx="236950" cy="269725"/>
              <a:chOff x="4995050" y="3245650"/>
              <a:chExt cx="236950" cy="269725"/>
            </a:xfrm>
          </p:grpSpPr>
          <p:sp>
            <p:nvSpPr>
              <p:cNvPr id="11376" name="Google Shape;11376;p91"/>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91"/>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78" name="Google Shape;11378;p91"/>
          <p:cNvGrpSpPr/>
          <p:nvPr/>
        </p:nvGrpSpPr>
        <p:grpSpPr>
          <a:xfrm>
            <a:off x="5523718" y="1689744"/>
            <a:ext cx="483749" cy="481292"/>
            <a:chOff x="4724650" y="2885700"/>
            <a:chExt cx="270750" cy="269375"/>
          </a:xfrm>
        </p:grpSpPr>
        <p:sp>
          <p:nvSpPr>
            <p:cNvPr id="11379" name="Google Shape;11379;p91"/>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91"/>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91"/>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91"/>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91"/>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91"/>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91"/>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6" name="Google Shape;11386;p91"/>
          <p:cNvGrpSpPr/>
          <p:nvPr/>
        </p:nvGrpSpPr>
        <p:grpSpPr>
          <a:xfrm>
            <a:off x="4390823" y="1683870"/>
            <a:ext cx="389425" cy="467822"/>
            <a:chOff x="4459350" y="2882125"/>
            <a:chExt cx="228375" cy="274350"/>
          </a:xfrm>
        </p:grpSpPr>
        <p:sp>
          <p:nvSpPr>
            <p:cNvPr id="11387" name="Google Shape;11387;p91"/>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91"/>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91"/>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91"/>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91"/>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txBody>
            <a:bodyPr/>
            <a:lstStyle/>
            <a:p>
              <a:endParaRPr lang="en-US"/>
            </a:p>
          </p:txBody>
        </p:sp>
        <p:sp>
          <p:nvSpPr>
            <p:cNvPr id="11392" name="Google Shape;11392;p91"/>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txBody>
            <a:bodyPr/>
            <a:lstStyle/>
            <a:p>
              <a:endParaRPr lang="en-US"/>
            </a:p>
          </p:txBody>
        </p:sp>
      </p:grpSp>
      <p:sp>
        <p:nvSpPr>
          <p:cNvPr id="11393" name="Google Shape;11393;p91"/>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397"/>
        <p:cNvGrpSpPr/>
        <p:nvPr/>
      </p:nvGrpSpPr>
      <p:grpSpPr>
        <a:xfrm>
          <a:off x="0" y="0"/>
          <a:ext cx="0" cy="0"/>
          <a:chOff x="0" y="0"/>
          <a:chExt cx="0" cy="0"/>
        </a:xfrm>
      </p:grpSpPr>
      <p:sp>
        <p:nvSpPr>
          <p:cNvPr id="11398" name="Google Shape;11398;p92"/>
          <p:cNvSpPr txBox="1">
            <a:spLocks noGrp="1"/>
          </p:cNvSpPr>
          <p:nvPr>
            <p:ph type="title" idx="4294967295"/>
          </p:nvPr>
        </p:nvSpPr>
        <p:spPr>
          <a:xfrm>
            <a:off x="1048350" y="71965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399" name="Google Shape;11399;p92"/>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0" name="Google Shape;11400;p92"/>
          <p:cNvGrpSpPr/>
          <p:nvPr/>
        </p:nvGrpSpPr>
        <p:grpSpPr>
          <a:xfrm>
            <a:off x="847082" y="2140412"/>
            <a:ext cx="426462" cy="420796"/>
            <a:chOff x="-6713450" y="2397900"/>
            <a:chExt cx="295375" cy="291450"/>
          </a:xfrm>
        </p:grpSpPr>
        <p:sp>
          <p:nvSpPr>
            <p:cNvPr id="11401" name="Google Shape;11401;p92"/>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92"/>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3" name="Google Shape;11403;p92"/>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4" name="Google Shape;11404;p92"/>
          <p:cNvGrpSpPr/>
          <p:nvPr/>
        </p:nvGrpSpPr>
        <p:grpSpPr>
          <a:xfrm>
            <a:off x="3551844" y="1631401"/>
            <a:ext cx="423069" cy="420507"/>
            <a:chOff x="-4932650" y="2046625"/>
            <a:chExt cx="293025" cy="291250"/>
          </a:xfrm>
        </p:grpSpPr>
        <p:sp>
          <p:nvSpPr>
            <p:cNvPr id="11405" name="Google Shape;11405;p92"/>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92"/>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7" name="Google Shape;11407;p92"/>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8" name="Google Shape;11408;p92"/>
          <p:cNvGrpSpPr/>
          <p:nvPr/>
        </p:nvGrpSpPr>
        <p:grpSpPr>
          <a:xfrm>
            <a:off x="3563775" y="2660957"/>
            <a:ext cx="423069" cy="420796"/>
            <a:chOff x="-4931075" y="2765725"/>
            <a:chExt cx="293025" cy="291450"/>
          </a:xfrm>
        </p:grpSpPr>
        <p:sp>
          <p:nvSpPr>
            <p:cNvPr id="11409" name="Google Shape;11409;p92"/>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92"/>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92"/>
          <p:cNvGrpSpPr/>
          <p:nvPr/>
        </p:nvGrpSpPr>
        <p:grpSpPr>
          <a:xfrm>
            <a:off x="6269343" y="1656289"/>
            <a:ext cx="420796" cy="370732"/>
            <a:chOff x="-3137650" y="2067900"/>
            <a:chExt cx="291450" cy="256775"/>
          </a:xfrm>
        </p:grpSpPr>
        <p:sp>
          <p:nvSpPr>
            <p:cNvPr id="11412" name="Google Shape;11412;p92"/>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92"/>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92"/>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5" name="Google Shape;11415;p92"/>
          <p:cNvGrpSpPr/>
          <p:nvPr/>
        </p:nvGrpSpPr>
        <p:grpSpPr>
          <a:xfrm>
            <a:off x="6269343" y="2139926"/>
            <a:ext cx="420796" cy="421770"/>
            <a:chOff x="-3137650" y="2408950"/>
            <a:chExt cx="291450" cy="292125"/>
          </a:xfrm>
        </p:grpSpPr>
        <p:sp>
          <p:nvSpPr>
            <p:cNvPr id="11416" name="Google Shape;11416;p92"/>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92"/>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92"/>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92"/>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92"/>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1" name="Google Shape;11421;p92"/>
          <p:cNvGrpSpPr/>
          <p:nvPr/>
        </p:nvGrpSpPr>
        <p:grpSpPr>
          <a:xfrm>
            <a:off x="6281274" y="2685412"/>
            <a:ext cx="420796" cy="371887"/>
            <a:chOff x="-3137650" y="2787000"/>
            <a:chExt cx="291450" cy="257575"/>
          </a:xfrm>
        </p:grpSpPr>
        <p:sp>
          <p:nvSpPr>
            <p:cNvPr id="11422" name="Google Shape;11422;p92"/>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92"/>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92"/>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92"/>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92"/>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92"/>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92"/>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92"/>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0" name="Google Shape;11430;p92"/>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92"/>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92"/>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3" name="Google Shape;11433;p92"/>
          <p:cNvGrpSpPr/>
          <p:nvPr/>
        </p:nvGrpSpPr>
        <p:grpSpPr>
          <a:xfrm>
            <a:off x="1399451" y="2660397"/>
            <a:ext cx="421914" cy="421914"/>
            <a:chOff x="-6354300" y="2757075"/>
            <a:chExt cx="292225" cy="292225"/>
          </a:xfrm>
        </p:grpSpPr>
        <p:sp>
          <p:nvSpPr>
            <p:cNvPr id="11434" name="Google Shape;11434;p92"/>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92"/>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92"/>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92"/>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92"/>
          <p:cNvGrpSpPr/>
          <p:nvPr/>
        </p:nvGrpSpPr>
        <p:grpSpPr>
          <a:xfrm>
            <a:off x="4093454" y="1629560"/>
            <a:ext cx="424188" cy="424188"/>
            <a:chOff x="-4573475" y="2045850"/>
            <a:chExt cx="293800" cy="293800"/>
          </a:xfrm>
        </p:grpSpPr>
        <p:sp>
          <p:nvSpPr>
            <p:cNvPr id="11439" name="Google Shape;11439;p92"/>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92"/>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1" name="Google Shape;11441;p92"/>
          <p:cNvGrpSpPr/>
          <p:nvPr/>
        </p:nvGrpSpPr>
        <p:grpSpPr>
          <a:xfrm>
            <a:off x="4092877" y="2138699"/>
            <a:ext cx="425343" cy="424225"/>
            <a:chOff x="-4570325" y="2405775"/>
            <a:chExt cx="294600" cy="293825"/>
          </a:xfrm>
        </p:grpSpPr>
        <p:sp>
          <p:nvSpPr>
            <p:cNvPr id="11442" name="Google Shape;11442;p92"/>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92"/>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4" name="Google Shape;11444;p92"/>
          <p:cNvGrpSpPr/>
          <p:nvPr/>
        </p:nvGrpSpPr>
        <p:grpSpPr>
          <a:xfrm>
            <a:off x="4105945" y="2659838"/>
            <a:ext cx="423069" cy="423033"/>
            <a:chOff x="-4572700" y="2764950"/>
            <a:chExt cx="293025" cy="293000"/>
          </a:xfrm>
        </p:grpSpPr>
        <p:sp>
          <p:nvSpPr>
            <p:cNvPr id="11445" name="Google Shape;11445;p92"/>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92"/>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92"/>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92"/>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92"/>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0" name="Google Shape;11450;p92"/>
          <p:cNvGrpSpPr/>
          <p:nvPr/>
        </p:nvGrpSpPr>
        <p:grpSpPr>
          <a:xfrm>
            <a:off x="6824707" y="1631239"/>
            <a:ext cx="414840" cy="420832"/>
            <a:chOff x="-2777700" y="2049775"/>
            <a:chExt cx="287325" cy="291475"/>
          </a:xfrm>
        </p:grpSpPr>
        <p:sp>
          <p:nvSpPr>
            <p:cNvPr id="11451" name="Google Shape;11451;p92"/>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92"/>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92"/>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4" name="Google Shape;11454;p92"/>
          <p:cNvGrpSpPr/>
          <p:nvPr/>
        </p:nvGrpSpPr>
        <p:grpSpPr>
          <a:xfrm>
            <a:off x="6821170" y="2140431"/>
            <a:ext cx="421914" cy="420759"/>
            <a:chOff x="-2571737" y="2403625"/>
            <a:chExt cx="292225" cy="291425"/>
          </a:xfrm>
        </p:grpSpPr>
        <p:sp>
          <p:nvSpPr>
            <p:cNvPr id="11455" name="Google Shape;11455;p92"/>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92"/>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92"/>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92"/>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92"/>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92"/>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92"/>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2" name="Google Shape;11462;p92"/>
          <p:cNvGrpSpPr/>
          <p:nvPr/>
        </p:nvGrpSpPr>
        <p:grpSpPr>
          <a:xfrm>
            <a:off x="6821170" y="2661534"/>
            <a:ext cx="421914" cy="419640"/>
            <a:chOff x="-2571737" y="2764550"/>
            <a:chExt cx="292225" cy="290650"/>
          </a:xfrm>
        </p:grpSpPr>
        <p:sp>
          <p:nvSpPr>
            <p:cNvPr id="11463" name="Google Shape;11463;p92"/>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92"/>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92"/>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6" name="Google Shape;11466;p92"/>
          <p:cNvGrpSpPr/>
          <p:nvPr/>
        </p:nvGrpSpPr>
        <p:grpSpPr>
          <a:xfrm>
            <a:off x="3020671" y="3230538"/>
            <a:ext cx="421914" cy="423864"/>
            <a:chOff x="-1333975" y="2365850"/>
            <a:chExt cx="292225" cy="293575"/>
          </a:xfrm>
        </p:grpSpPr>
        <p:sp>
          <p:nvSpPr>
            <p:cNvPr id="11467" name="Google Shape;11467;p92"/>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92"/>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92"/>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92"/>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92"/>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92"/>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92"/>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92"/>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5" name="Google Shape;11475;p92"/>
          <p:cNvGrpSpPr/>
          <p:nvPr/>
        </p:nvGrpSpPr>
        <p:grpSpPr>
          <a:xfrm>
            <a:off x="1954146" y="2660397"/>
            <a:ext cx="398020" cy="421914"/>
            <a:chOff x="-5995925" y="2757850"/>
            <a:chExt cx="275675" cy="292225"/>
          </a:xfrm>
        </p:grpSpPr>
        <p:sp>
          <p:nvSpPr>
            <p:cNvPr id="11476" name="Google Shape;11476;p92"/>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92"/>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92"/>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92"/>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92"/>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92"/>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92"/>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92"/>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92"/>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92"/>
          <p:cNvGrpSpPr/>
          <p:nvPr/>
        </p:nvGrpSpPr>
        <p:grpSpPr>
          <a:xfrm>
            <a:off x="4634433" y="1631816"/>
            <a:ext cx="421951" cy="419677"/>
            <a:chOff x="-4211975" y="2046625"/>
            <a:chExt cx="292250" cy="290675"/>
          </a:xfrm>
        </p:grpSpPr>
        <p:sp>
          <p:nvSpPr>
            <p:cNvPr id="11486" name="Google Shape;11486;p92"/>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92"/>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8" name="Google Shape;11488;p92"/>
          <p:cNvGrpSpPr/>
          <p:nvPr/>
        </p:nvGrpSpPr>
        <p:grpSpPr>
          <a:xfrm>
            <a:off x="4684479" y="2138699"/>
            <a:ext cx="321859" cy="424225"/>
            <a:chOff x="-4178875" y="2405775"/>
            <a:chExt cx="222925" cy="293825"/>
          </a:xfrm>
        </p:grpSpPr>
        <p:sp>
          <p:nvSpPr>
            <p:cNvPr id="11489" name="Google Shape;11489;p92"/>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92"/>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92"/>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92"/>
          <p:cNvGrpSpPr/>
          <p:nvPr/>
        </p:nvGrpSpPr>
        <p:grpSpPr>
          <a:xfrm>
            <a:off x="4646942" y="2673483"/>
            <a:ext cx="420796" cy="395746"/>
            <a:chOff x="-4211975" y="2783850"/>
            <a:chExt cx="291450" cy="274100"/>
          </a:xfrm>
        </p:grpSpPr>
        <p:sp>
          <p:nvSpPr>
            <p:cNvPr id="11493" name="Google Shape;11493;p92"/>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92"/>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92"/>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6" name="Google Shape;11496;p92"/>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7" name="Google Shape;11497;p92"/>
          <p:cNvGrpSpPr/>
          <p:nvPr/>
        </p:nvGrpSpPr>
        <p:grpSpPr>
          <a:xfrm>
            <a:off x="7351871" y="2140413"/>
            <a:ext cx="420796" cy="420796"/>
            <a:chOff x="-2419325" y="2408150"/>
            <a:chExt cx="291450" cy="291450"/>
          </a:xfrm>
        </p:grpSpPr>
        <p:sp>
          <p:nvSpPr>
            <p:cNvPr id="11498" name="Google Shape;11498;p92"/>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92"/>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92"/>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92"/>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92"/>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92"/>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92"/>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5" name="Google Shape;11505;p92"/>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6" name="Google Shape;11506;p92"/>
          <p:cNvGrpSpPr/>
          <p:nvPr/>
        </p:nvGrpSpPr>
        <p:grpSpPr>
          <a:xfrm>
            <a:off x="4673396" y="3231514"/>
            <a:ext cx="420796" cy="421914"/>
            <a:chOff x="-1333200" y="2770450"/>
            <a:chExt cx="291450" cy="292225"/>
          </a:xfrm>
        </p:grpSpPr>
        <p:sp>
          <p:nvSpPr>
            <p:cNvPr id="11507" name="Google Shape;11507;p92"/>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92"/>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9" name="Google Shape;11509;p92"/>
          <p:cNvGrpSpPr/>
          <p:nvPr/>
        </p:nvGrpSpPr>
        <p:grpSpPr>
          <a:xfrm>
            <a:off x="2470009" y="1631256"/>
            <a:ext cx="423069" cy="420796"/>
            <a:chOff x="-5635200" y="2037975"/>
            <a:chExt cx="293025" cy="291450"/>
          </a:xfrm>
        </p:grpSpPr>
        <p:sp>
          <p:nvSpPr>
            <p:cNvPr id="11510" name="Google Shape;11510;p92"/>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92"/>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92"/>
          <p:cNvGrpSpPr/>
          <p:nvPr/>
        </p:nvGrpSpPr>
        <p:grpSpPr>
          <a:xfrm>
            <a:off x="2468295" y="2140412"/>
            <a:ext cx="426499" cy="420796"/>
            <a:chOff x="-5637575" y="2397900"/>
            <a:chExt cx="295400" cy="291450"/>
          </a:xfrm>
        </p:grpSpPr>
        <p:sp>
          <p:nvSpPr>
            <p:cNvPr id="11513" name="Google Shape;11513;p92"/>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92"/>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92"/>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92"/>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7" name="Google Shape;11517;p92"/>
          <p:cNvGrpSpPr/>
          <p:nvPr/>
        </p:nvGrpSpPr>
        <p:grpSpPr>
          <a:xfrm>
            <a:off x="2481958" y="2660397"/>
            <a:ext cx="423033" cy="421914"/>
            <a:chOff x="-5635975" y="2757075"/>
            <a:chExt cx="293000" cy="292225"/>
          </a:xfrm>
        </p:grpSpPr>
        <p:sp>
          <p:nvSpPr>
            <p:cNvPr id="11518" name="Google Shape;11518;p92"/>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92"/>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92"/>
          <p:cNvGrpSpPr/>
          <p:nvPr/>
        </p:nvGrpSpPr>
        <p:grpSpPr>
          <a:xfrm>
            <a:off x="5165893" y="1631256"/>
            <a:ext cx="423069" cy="420796"/>
            <a:chOff x="-3854375" y="2046625"/>
            <a:chExt cx="293025" cy="291450"/>
          </a:xfrm>
        </p:grpSpPr>
        <p:sp>
          <p:nvSpPr>
            <p:cNvPr id="11521" name="Google Shape;11521;p92"/>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92"/>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3" name="Google Shape;11523;p92"/>
          <p:cNvGrpSpPr/>
          <p:nvPr/>
        </p:nvGrpSpPr>
        <p:grpSpPr>
          <a:xfrm>
            <a:off x="5164756" y="2138717"/>
            <a:ext cx="425343" cy="424188"/>
            <a:chOff x="-3854375" y="2405000"/>
            <a:chExt cx="294600" cy="293800"/>
          </a:xfrm>
        </p:grpSpPr>
        <p:sp>
          <p:nvSpPr>
            <p:cNvPr id="11524" name="Google Shape;11524;p92"/>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92"/>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92"/>
          <p:cNvGrpSpPr/>
          <p:nvPr/>
        </p:nvGrpSpPr>
        <p:grpSpPr>
          <a:xfrm>
            <a:off x="5178961" y="2659838"/>
            <a:ext cx="420796" cy="423033"/>
            <a:chOff x="-3852025" y="2764950"/>
            <a:chExt cx="291450" cy="293000"/>
          </a:xfrm>
        </p:grpSpPr>
        <p:sp>
          <p:nvSpPr>
            <p:cNvPr id="11527" name="Google Shape;11527;p92"/>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92"/>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9" name="Google Shape;11529;p92"/>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92"/>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1" name="Google Shape;11531;p92"/>
          <p:cNvGrpSpPr/>
          <p:nvPr/>
        </p:nvGrpSpPr>
        <p:grpSpPr>
          <a:xfrm>
            <a:off x="7901550" y="2660398"/>
            <a:ext cx="420796" cy="421914"/>
            <a:chOff x="-2060175" y="2768875"/>
            <a:chExt cx="291450" cy="292225"/>
          </a:xfrm>
        </p:grpSpPr>
        <p:sp>
          <p:nvSpPr>
            <p:cNvPr id="11532" name="Google Shape;11532;p92"/>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92"/>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4" name="Google Shape;11534;p92"/>
          <p:cNvGrpSpPr/>
          <p:nvPr/>
        </p:nvGrpSpPr>
        <p:grpSpPr>
          <a:xfrm>
            <a:off x="1915160" y="3232071"/>
            <a:ext cx="421914" cy="420796"/>
            <a:chOff x="-937025" y="2064750"/>
            <a:chExt cx="292225" cy="291450"/>
          </a:xfrm>
        </p:grpSpPr>
        <p:sp>
          <p:nvSpPr>
            <p:cNvPr id="11535" name="Google Shape;11535;p92"/>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92"/>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92"/>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8" name="Google Shape;11538;p92"/>
          <p:cNvGrpSpPr/>
          <p:nvPr/>
        </p:nvGrpSpPr>
        <p:grpSpPr>
          <a:xfrm>
            <a:off x="3018323" y="1630697"/>
            <a:ext cx="421951" cy="421914"/>
            <a:chOff x="-5276050" y="2037975"/>
            <a:chExt cx="292250" cy="292225"/>
          </a:xfrm>
        </p:grpSpPr>
        <p:sp>
          <p:nvSpPr>
            <p:cNvPr id="11539" name="Google Shape;11539;p92"/>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92"/>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92"/>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2" name="Google Shape;11542;p92"/>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92"/>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4" name="Google Shape;11544;p92"/>
          <p:cNvGrpSpPr/>
          <p:nvPr/>
        </p:nvGrpSpPr>
        <p:grpSpPr>
          <a:xfrm>
            <a:off x="5777136" y="1631256"/>
            <a:ext cx="324133" cy="420796"/>
            <a:chOff x="-3462150" y="2046625"/>
            <a:chExt cx="224500" cy="291450"/>
          </a:xfrm>
        </p:grpSpPr>
        <p:sp>
          <p:nvSpPr>
            <p:cNvPr id="11545" name="Google Shape;11545;p92"/>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92"/>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92"/>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92"/>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92"/>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92"/>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92"/>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2" name="Google Shape;11552;p92"/>
          <p:cNvGrpSpPr/>
          <p:nvPr/>
        </p:nvGrpSpPr>
        <p:grpSpPr>
          <a:xfrm>
            <a:off x="5752700" y="2139276"/>
            <a:ext cx="373006" cy="423069"/>
            <a:chOff x="-3478675" y="2405775"/>
            <a:chExt cx="258350" cy="293025"/>
          </a:xfrm>
        </p:grpSpPr>
        <p:sp>
          <p:nvSpPr>
            <p:cNvPr id="11553" name="Google Shape;11553;p92"/>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92"/>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92"/>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92"/>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92"/>
          <p:cNvGrpSpPr/>
          <p:nvPr/>
        </p:nvGrpSpPr>
        <p:grpSpPr>
          <a:xfrm>
            <a:off x="5815218" y="2660398"/>
            <a:ext cx="271831" cy="421914"/>
            <a:chOff x="-3443250" y="2765725"/>
            <a:chExt cx="188275" cy="292225"/>
          </a:xfrm>
        </p:grpSpPr>
        <p:sp>
          <p:nvSpPr>
            <p:cNvPr id="11558" name="Google Shape;11558;p92"/>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92"/>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92"/>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92"/>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2" name="Google Shape;11562;p92"/>
          <p:cNvGrpSpPr/>
          <p:nvPr/>
        </p:nvGrpSpPr>
        <p:grpSpPr>
          <a:xfrm>
            <a:off x="844114" y="3230934"/>
            <a:ext cx="371887" cy="423069"/>
            <a:chOff x="-1684475" y="2049000"/>
            <a:chExt cx="257575" cy="293025"/>
          </a:xfrm>
        </p:grpSpPr>
        <p:sp>
          <p:nvSpPr>
            <p:cNvPr id="11563" name="Google Shape;11563;p92"/>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92"/>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92"/>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92"/>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7" name="Google Shape;11567;p92"/>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68" name="Google Shape;11568;p92"/>
          <p:cNvGrpSpPr/>
          <p:nvPr/>
        </p:nvGrpSpPr>
        <p:grpSpPr>
          <a:xfrm>
            <a:off x="4134007" y="3231514"/>
            <a:ext cx="420796" cy="421914"/>
            <a:chOff x="-1700225" y="2768875"/>
            <a:chExt cx="291450" cy="292225"/>
          </a:xfrm>
        </p:grpSpPr>
        <p:sp>
          <p:nvSpPr>
            <p:cNvPr id="11569" name="Google Shape;11569;p92"/>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92"/>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92"/>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92"/>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92"/>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92"/>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5" name="Google Shape;11575;p92"/>
          <p:cNvGrpSpPr/>
          <p:nvPr/>
        </p:nvGrpSpPr>
        <p:grpSpPr>
          <a:xfrm>
            <a:off x="3602355" y="3230935"/>
            <a:ext cx="371887" cy="423069"/>
            <a:chOff x="-919700" y="2420750"/>
            <a:chExt cx="257575" cy="293025"/>
          </a:xfrm>
        </p:grpSpPr>
        <p:sp>
          <p:nvSpPr>
            <p:cNvPr id="11576" name="Google Shape;11576;p92"/>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92"/>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92"/>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9" name="Google Shape;11579;p92"/>
          <p:cNvGrpSpPr/>
          <p:nvPr/>
        </p:nvGrpSpPr>
        <p:grpSpPr>
          <a:xfrm>
            <a:off x="1937547" y="1645950"/>
            <a:ext cx="409531" cy="410617"/>
            <a:chOff x="6679825" y="2693700"/>
            <a:chExt cx="257875" cy="258575"/>
          </a:xfrm>
        </p:grpSpPr>
        <p:sp>
          <p:nvSpPr>
            <p:cNvPr id="11580" name="Google Shape;11580;p92"/>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92"/>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2" name="Google Shape;11582;p92"/>
          <p:cNvGrpSpPr/>
          <p:nvPr/>
        </p:nvGrpSpPr>
        <p:grpSpPr>
          <a:xfrm>
            <a:off x="1927121" y="2142110"/>
            <a:ext cx="420531" cy="417262"/>
            <a:chOff x="6790450" y="3119050"/>
            <a:chExt cx="262750" cy="260675"/>
          </a:xfrm>
        </p:grpSpPr>
        <p:sp>
          <p:nvSpPr>
            <p:cNvPr id="11583" name="Google Shape;11583;p92"/>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92"/>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5" name="Google Shape;11585;p92"/>
          <p:cNvGrpSpPr/>
          <p:nvPr/>
        </p:nvGrpSpPr>
        <p:grpSpPr>
          <a:xfrm>
            <a:off x="6554233" y="3755436"/>
            <a:ext cx="358093" cy="407391"/>
            <a:chOff x="7660859" y="2571753"/>
            <a:chExt cx="366561" cy="417024"/>
          </a:xfrm>
        </p:grpSpPr>
        <p:sp>
          <p:nvSpPr>
            <p:cNvPr id="11586" name="Google Shape;11586;p92"/>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92"/>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92"/>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9" name="Google Shape;11589;p92"/>
          <p:cNvGrpSpPr/>
          <p:nvPr/>
        </p:nvGrpSpPr>
        <p:grpSpPr>
          <a:xfrm>
            <a:off x="4088914" y="3755436"/>
            <a:ext cx="407391" cy="407391"/>
            <a:chOff x="5566722" y="2571753"/>
            <a:chExt cx="417024" cy="417024"/>
          </a:xfrm>
        </p:grpSpPr>
        <p:sp>
          <p:nvSpPr>
            <p:cNvPr id="11590" name="Google Shape;11590;p92"/>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92"/>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2" name="Google Shape;11592;p92"/>
          <p:cNvGrpSpPr/>
          <p:nvPr/>
        </p:nvGrpSpPr>
        <p:grpSpPr>
          <a:xfrm>
            <a:off x="4705247" y="3857692"/>
            <a:ext cx="407381" cy="202880"/>
            <a:chOff x="6090251" y="2676413"/>
            <a:chExt cx="417014" cy="207677"/>
          </a:xfrm>
        </p:grpSpPr>
        <p:sp>
          <p:nvSpPr>
            <p:cNvPr id="11593" name="Google Shape;11593;p92"/>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92"/>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92"/>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92"/>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7" name="Google Shape;11597;p92"/>
          <p:cNvGrpSpPr/>
          <p:nvPr/>
        </p:nvGrpSpPr>
        <p:grpSpPr>
          <a:xfrm>
            <a:off x="5937901" y="3755436"/>
            <a:ext cx="407391" cy="407391"/>
            <a:chOff x="7137330" y="2571753"/>
            <a:chExt cx="417024" cy="417024"/>
          </a:xfrm>
        </p:grpSpPr>
        <p:sp>
          <p:nvSpPr>
            <p:cNvPr id="11598" name="Google Shape;11598;p92"/>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92"/>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92"/>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1" name="Google Shape;11601;p92"/>
          <p:cNvGrpSpPr/>
          <p:nvPr/>
        </p:nvGrpSpPr>
        <p:grpSpPr>
          <a:xfrm>
            <a:off x="5321569" y="3755436"/>
            <a:ext cx="407391" cy="407391"/>
            <a:chOff x="6613801" y="2571753"/>
            <a:chExt cx="417024" cy="417024"/>
          </a:xfrm>
        </p:grpSpPr>
        <p:sp>
          <p:nvSpPr>
            <p:cNvPr id="11602" name="Google Shape;11602;p92"/>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92"/>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92"/>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92"/>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92"/>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7" name="Google Shape;11607;p92"/>
          <p:cNvGrpSpPr/>
          <p:nvPr/>
        </p:nvGrpSpPr>
        <p:grpSpPr>
          <a:xfrm>
            <a:off x="7908242" y="3238780"/>
            <a:ext cx="407411" cy="407411"/>
            <a:chOff x="2964567" y="2571753"/>
            <a:chExt cx="417045" cy="417045"/>
          </a:xfrm>
        </p:grpSpPr>
        <p:sp>
          <p:nvSpPr>
            <p:cNvPr id="11608" name="Google Shape;11608;p92"/>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92"/>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0" name="Google Shape;11610;p92"/>
          <p:cNvGrpSpPr/>
          <p:nvPr/>
        </p:nvGrpSpPr>
        <p:grpSpPr>
          <a:xfrm>
            <a:off x="1623565" y="3815897"/>
            <a:ext cx="407391" cy="286470"/>
            <a:chOff x="3476576" y="2633631"/>
            <a:chExt cx="417024" cy="293244"/>
          </a:xfrm>
        </p:grpSpPr>
        <p:sp>
          <p:nvSpPr>
            <p:cNvPr id="11611" name="Google Shape;11611;p92"/>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92"/>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3" name="Google Shape;11613;p92"/>
          <p:cNvGrpSpPr/>
          <p:nvPr/>
        </p:nvGrpSpPr>
        <p:grpSpPr>
          <a:xfrm>
            <a:off x="2239897" y="3755508"/>
            <a:ext cx="407411" cy="407248"/>
            <a:chOff x="3988564" y="2571836"/>
            <a:chExt cx="417045" cy="416878"/>
          </a:xfrm>
        </p:grpSpPr>
        <p:sp>
          <p:nvSpPr>
            <p:cNvPr id="11614" name="Google Shape;11614;p92"/>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92"/>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6" name="Google Shape;11616;p92"/>
          <p:cNvGrpSpPr/>
          <p:nvPr/>
        </p:nvGrpSpPr>
        <p:grpSpPr>
          <a:xfrm>
            <a:off x="2856250" y="3755436"/>
            <a:ext cx="407391" cy="407391"/>
            <a:chOff x="4500573" y="2571753"/>
            <a:chExt cx="417024" cy="417024"/>
          </a:xfrm>
        </p:grpSpPr>
        <p:sp>
          <p:nvSpPr>
            <p:cNvPr id="11617" name="Google Shape;11617;p92"/>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92"/>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9" name="Google Shape;11619;p92"/>
          <p:cNvGrpSpPr/>
          <p:nvPr/>
        </p:nvGrpSpPr>
        <p:grpSpPr>
          <a:xfrm>
            <a:off x="3472582" y="3755436"/>
            <a:ext cx="407391" cy="407391"/>
            <a:chOff x="5012603" y="2571753"/>
            <a:chExt cx="417024" cy="417024"/>
          </a:xfrm>
        </p:grpSpPr>
        <p:sp>
          <p:nvSpPr>
            <p:cNvPr id="11620" name="Google Shape;11620;p92"/>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92"/>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2" name="Google Shape;11622;p92"/>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3" name="Google Shape;11623;p92"/>
          <p:cNvGrpSpPr/>
          <p:nvPr/>
        </p:nvGrpSpPr>
        <p:grpSpPr>
          <a:xfrm>
            <a:off x="5733329" y="3238790"/>
            <a:ext cx="407432" cy="407391"/>
            <a:chOff x="812101" y="2571761"/>
            <a:chExt cx="417066" cy="417024"/>
          </a:xfrm>
        </p:grpSpPr>
        <p:sp>
          <p:nvSpPr>
            <p:cNvPr id="11624" name="Google Shape;11624;p92"/>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92"/>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92"/>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92"/>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8" name="Google Shape;11628;p92"/>
          <p:cNvGrpSpPr/>
          <p:nvPr/>
        </p:nvGrpSpPr>
        <p:grpSpPr>
          <a:xfrm>
            <a:off x="6253923" y="3238790"/>
            <a:ext cx="407391" cy="407391"/>
            <a:chOff x="1323129" y="2571761"/>
            <a:chExt cx="417024" cy="417024"/>
          </a:xfrm>
        </p:grpSpPr>
        <p:sp>
          <p:nvSpPr>
            <p:cNvPr id="11629" name="Google Shape;11629;p92"/>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92"/>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92"/>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92"/>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33" name="Google Shape;11633;p92"/>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4" name="Google Shape;11634;p92"/>
          <p:cNvGrpSpPr/>
          <p:nvPr/>
        </p:nvGrpSpPr>
        <p:grpSpPr>
          <a:xfrm>
            <a:off x="7390398" y="3238843"/>
            <a:ext cx="408023" cy="407411"/>
            <a:chOff x="2344476" y="2571761"/>
            <a:chExt cx="417671" cy="417045"/>
          </a:xfrm>
        </p:grpSpPr>
        <p:sp>
          <p:nvSpPr>
            <p:cNvPr id="11635" name="Google Shape;11635;p92"/>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92"/>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7" name="Google Shape;11637;p92"/>
          <p:cNvGrpSpPr/>
          <p:nvPr/>
        </p:nvGrpSpPr>
        <p:grpSpPr>
          <a:xfrm>
            <a:off x="7121258" y="3759535"/>
            <a:ext cx="399178" cy="399178"/>
            <a:chOff x="2038375" y="3798025"/>
            <a:chExt cx="841792" cy="841792"/>
          </a:xfrm>
        </p:grpSpPr>
        <p:sp>
          <p:nvSpPr>
            <p:cNvPr id="11638" name="Google Shape;11638;p92"/>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92"/>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43"/>
        <p:cNvGrpSpPr/>
        <p:nvPr/>
      </p:nvGrpSpPr>
      <p:grpSpPr>
        <a:xfrm>
          <a:off x="0" y="0"/>
          <a:ext cx="0" cy="0"/>
          <a:chOff x="0" y="0"/>
          <a:chExt cx="0" cy="0"/>
        </a:xfrm>
      </p:grpSpPr>
      <p:pic>
        <p:nvPicPr>
          <p:cNvPr id="11644" name="Google Shape;11644;p9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182</Words>
  <Application>Microsoft Macintosh PowerPoint</Application>
  <PresentationFormat>On-screen Show (16:9)</PresentationFormat>
  <Paragraphs>36</Paragraphs>
  <Slides>14</Slides>
  <Notes>14</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14</vt:i4>
      </vt:variant>
    </vt:vector>
  </HeadingPairs>
  <TitlesOfParts>
    <vt:vector size="20" baseType="lpstr">
      <vt:lpstr>Proxima Nova</vt:lpstr>
      <vt:lpstr>Amatic SC</vt:lpstr>
      <vt:lpstr>Roboto Medium</vt:lpstr>
      <vt:lpstr>Arial</vt:lpstr>
      <vt:lpstr>Calibri</vt:lpstr>
      <vt:lpstr>Slidesgo Final Pages</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PowerPoint Presentation</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Tapfuma Mvere</cp:lastModifiedBy>
  <cp:revision>1</cp:revision>
  <dcterms:modified xsi:type="dcterms:W3CDTF">2026-02-24T11:40:53Z</dcterms:modified>
</cp:coreProperties>
</file>